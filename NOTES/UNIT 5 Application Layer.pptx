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3" r:id="rId18"/>
    <p:sldId id="274" r:id="rId19"/>
    <p:sldId id="275" r:id="rId20"/>
    <p:sldId id="277" r:id="rId21"/>
    <p:sldId id="276" r:id="rId22"/>
    <p:sldId id="278" r:id="rId23"/>
    <p:sldId id="279" r:id="rId24"/>
    <p:sldId id="281" r:id="rId25"/>
    <p:sldId id="280" r:id="rId26"/>
    <p:sldId id="282" r:id="rId27"/>
    <p:sldId id="283" r:id="rId28"/>
    <p:sldId id="284" r:id="rId29"/>
    <p:sldId id="270" r:id="rId3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909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9085" y="998251"/>
            <a:ext cx="597535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4908" y="2657353"/>
            <a:ext cx="12362180" cy="6384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6" Type="http://schemas.openxmlformats.org/officeDocument/2006/relationships/slideLayout" Target="../slideLayouts/slideLayout2.xml"/><Relationship Id="rId85" Type="http://schemas.openxmlformats.org/officeDocument/2006/relationships/image" Target="../media/image85.png"/><Relationship Id="rId84" Type="http://schemas.openxmlformats.org/officeDocument/2006/relationships/image" Target="../media/image84.png"/><Relationship Id="rId83" Type="http://schemas.openxmlformats.org/officeDocument/2006/relationships/image" Target="../media/image83.png"/><Relationship Id="rId82" Type="http://schemas.openxmlformats.org/officeDocument/2006/relationships/image" Target="../media/image82.png"/><Relationship Id="rId81" Type="http://schemas.openxmlformats.org/officeDocument/2006/relationships/image" Target="../media/image81.png"/><Relationship Id="rId80" Type="http://schemas.openxmlformats.org/officeDocument/2006/relationships/image" Target="../media/image80.png"/><Relationship Id="rId8" Type="http://schemas.openxmlformats.org/officeDocument/2006/relationships/image" Target="../media/image8.png"/><Relationship Id="rId79" Type="http://schemas.openxmlformats.org/officeDocument/2006/relationships/image" Target="../media/image79.png"/><Relationship Id="rId78" Type="http://schemas.openxmlformats.org/officeDocument/2006/relationships/image" Target="../media/image78.png"/><Relationship Id="rId77" Type="http://schemas.openxmlformats.org/officeDocument/2006/relationships/image" Target="../media/image77.png"/><Relationship Id="rId76" Type="http://schemas.openxmlformats.org/officeDocument/2006/relationships/image" Target="../media/image76.png"/><Relationship Id="rId75" Type="http://schemas.openxmlformats.org/officeDocument/2006/relationships/image" Target="../media/image75.png"/><Relationship Id="rId74" Type="http://schemas.openxmlformats.org/officeDocument/2006/relationships/image" Target="../media/image74.png"/><Relationship Id="rId73" Type="http://schemas.openxmlformats.org/officeDocument/2006/relationships/image" Target="../media/image73.png"/><Relationship Id="rId72" Type="http://schemas.openxmlformats.org/officeDocument/2006/relationships/image" Target="../media/image72.png"/><Relationship Id="rId71" Type="http://schemas.openxmlformats.org/officeDocument/2006/relationships/image" Target="../media/image71.png"/><Relationship Id="rId70" Type="http://schemas.openxmlformats.org/officeDocument/2006/relationships/image" Target="../media/image70.png"/><Relationship Id="rId7" Type="http://schemas.openxmlformats.org/officeDocument/2006/relationships/image" Target="../media/image7.png"/><Relationship Id="rId69" Type="http://schemas.openxmlformats.org/officeDocument/2006/relationships/image" Target="../media/image69.png"/><Relationship Id="rId68" Type="http://schemas.openxmlformats.org/officeDocument/2006/relationships/image" Target="../media/image68.png"/><Relationship Id="rId67" Type="http://schemas.openxmlformats.org/officeDocument/2006/relationships/image" Target="../media/image67.png"/><Relationship Id="rId66" Type="http://schemas.openxmlformats.org/officeDocument/2006/relationships/image" Target="../media/image66.png"/><Relationship Id="rId65" Type="http://schemas.openxmlformats.org/officeDocument/2006/relationships/image" Target="../media/image65.png"/><Relationship Id="rId64" Type="http://schemas.openxmlformats.org/officeDocument/2006/relationships/image" Target="../media/image64.png"/><Relationship Id="rId63" Type="http://schemas.openxmlformats.org/officeDocument/2006/relationships/image" Target="../media/image63.png"/><Relationship Id="rId62" Type="http://schemas.openxmlformats.org/officeDocument/2006/relationships/image" Target="../media/image62.png"/><Relationship Id="rId61" Type="http://schemas.openxmlformats.org/officeDocument/2006/relationships/image" Target="../media/image61.png"/><Relationship Id="rId60" Type="http://schemas.openxmlformats.org/officeDocument/2006/relationships/image" Target="../media/image60.png"/><Relationship Id="rId6" Type="http://schemas.openxmlformats.org/officeDocument/2006/relationships/image" Target="../media/image6.png"/><Relationship Id="rId59" Type="http://schemas.openxmlformats.org/officeDocument/2006/relationships/image" Target="../media/image59.png"/><Relationship Id="rId58" Type="http://schemas.openxmlformats.org/officeDocument/2006/relationships/image" Target="../media/image58.png"/><Relationship Id="rId57" Type="http://schemas.openxmlformats.org/officeDocument/2006/relationships/image" Target="../media/image57.png"/><Relationship Id="rId56" Type="http://schemas.openxmlformats.org/officeDocument/2006/relationships/image" Target="../media/image56.png"/><Relationship Id="rId55" Type="http://schemas.openxmlformats.org/officeDocument/2006/relationships/image" Target="../media/image55.png"/><Relationship Id="rId54" Type="http://schemas.openxmlformats.org/officeDocument/2006/relationships/image" Target="../media/image54.png"/><Relationship Id="rId53" Type="http://schemas.openxmlformats.org/officeDocument/2006/relationships/image" Target="../media/image53.png"/><Relationship Id="rId52" Type="http://schemas.openxmlformats.org/officeDocument/2006/relationships/image" Target="../media/image52.png"/><Relationship Id="rId51" Type="http://schemas.openxmlformats.org/officeDocument/2006/relationships/image" Target="../media/image51.png"/><Relationship Id="rId50" Type="http://schemas.openxmlformats.org/officeDocument/2006/relationships/image" Target="../media/image50.png"/><Relationship Id="rId5" Type="http://schemas.openxmlformats.org/officeDocument/2006/relationships/image" Target="../media/image5.png"/><Relationship Id="rId49" Type="http://schemas.openxmlformats.org/officeDocument/2006/relationships/image" Target="../media/image49.png"/><Relationship Id="rId48" Type="http://schemas.openxmlformats.org/officeDocument/2006/relationships/image" Target="../media/image48.pn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88.png"/><Relationship Id="rId2" Type="http://schemas.openxmlformats.org/officeDocument/2006/relationships/image" Target="../media/image87.jpeg"/><Relationship Id="rId1" Type="http://schemas.openxmlformats.org/officeDocument/2006/relationships/image" Target="../media/image8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9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2" Type="http://schemas.openxmlformats.org/officeDocument/2006/relationships/slideLayout" Target="../slideLayouts/slideLayout2.xml"/><Relationship Id="rId11" Type="http://schemas.openxmlformats.org/officeDocument/2006/relationships/hyperlink" Target="http://www.google.com/" TargetMode="External"/><Relationship Id="rId10" Type="http://schemas.openxmlformats.org/officeDocument/2006/relationships/image" Target="../media/image99.png"/><Relationship Id="rId1" Type="http://schemas.openxmlformats.org/officeDocument/2006/relationships/image" Target="../media/image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1.png"/><Relationship Id="rId1" Type="http://schemas.openxmlformats.org/officeDocument/2006/relationships/image" Target="../media/image100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hyperlink" Target="http://www.example.com/" TargetMode="External"/><Relationship Id="rId1" Type="http://schemas.openxmlformats.org/officeDocument/2006/relationships/image" Target="../media/image10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4.png"/><Relationship Id="rId3" Type="http://schemas.openxmlformats.org/officeDocument/2006/relationships/image" Target="../media/image106.png"/><Relationship Id="rId2" Type="http://schemas.openxmlformats.org/officeDocument/2006/relationships/image" Target="../media/image103.png"/><Relationship Id="rId1" Type="http://schemas.openxmlformats.org/officeDocument/2006/relationships/image" Target="../media/image105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3.png"/><Relationship Id="rId2" Type="http://schemas.openxmlformats.org/officeDocument/2006/relationships/image" Target="../media/image104.png"/><Relationship Id="rId1" Type="http://schemas.openxmlformats.org/officeDocument/2006/relationships/image" Target="../media/image10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10.png"/><Relationship Id="rId2" Type="http://schemas.openxmlformats.org/officeDocument/2006/relationships/image" Target="../media/image109.jpeg"/><Relationship Id="rId1" Type="http://schemas.openxmlformats.org/officeDocument/2006/relationships/image" Target="../media/image108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4.png"/><Relationship Id="rId3" Type="http://schemas.openxmlformats.org/officeDocument/2006/relationships/image" Target="../media/image106.png"/><Relationship Id="rId2" Type="http://schemas.openxmlformats.org/officeDocument/2006/relationships/image" Target="../media/image103.png"/><Relationship Id="rId1" Type="http://schemas.openxmlformats.org/officeDocument/2006/relationships/image" Target="../media/image1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://www.youtube.com/" TargetMode="Externa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http://www.google.com/" TargetMode="External"/><Relationship Id="rId5" Type="http://schemas.openxmlformats.org/officeDocument/2006/relationships/image" Target="../media/image113.png"/><Relationship Id="rId4" Type="http://schemas.openxmlformats.org/officeDocument/2006/relationships/image" Target="../media/image104.png"/><Relationship Id="rId3" Type="http://schemas.openxmlformats.org/officeDocument/2006/relationships/image" Target="../media/image106.png"/><Relationship Id="rId2" Type="http://schemas.openxmlformats.org/officeDocument/2006/relationships/image" Target="../media/image103.png"/><Relationship Id="rId1" Type="http://schemas.openxmlformats.org/officeDocument/2006/relationships/image" Target="../media/image11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6.png"/><Relationship Id="rId3" Type="http://schemas.openxmlformats.org/officeDocument/2006/relationships/hyperlink" Target="http://www.example.com/" TargetMode="External"/><Relationship Id="rId2" Type="http://schemas.openxmlformats.org/officeDocument/2006/relationships/image" Target="../media/image103.png"/><Relationship Id="rId1" Type="http://schemas.openxmlformats.org/officeDocument/2006/relationships/image" Target="../media/image114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3.png"/><Relationship Id="rId3" Type="http://schemas.openxmlformats.org/officeDocument/2006/relationships/image" Target="../media/image104.png"/><Relationship Id="rId2" Type="http://schemas.openxmlformats.org/officeDocument/2006/relationships/image" Target="../media/image106.png"/><Relationship Id="rId1" Type="http://schemas.openxmlformats.org/officeDocument/2006/relationships/image" Target="../media/image115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6" Type="http://schemas.openxmlformats.org/officeDocument/2006/relationships/slideLayout" Target="../slideLayouts/slideLayout2.xml"/><Relationship Id="rId85" Type="http://schemas.openxmlformats.org/officeDocument/2006/relationships/image" Target="../media/image85.png"/><Relationship Id="rId84" Type="http://schemas.openxmlformats.org/officeDocument/2006/relationships/image" Target="../media/image84.png"/><Relationship Id="rId83" Type="http://schemas.openxmlformats.org/officeDocument/2006/relationships/image" Target="../media/image83.png"/><Relationship Id="rId82" Type="http://schemas.openxmlformats.org/officeDocument/2006/relationships/image" Target="../media/image82.png"/><Relationship Id="rId81" Type="http://schemas.openxmlformats.org/officeDocument/2006/relationships/image" Target="../media/image81.png"/><Relationship Id="rId80" Type="http://schemas.openxmlformats.org/officeDocument/2006/relationships/image" Target="../media/image80.png"/><Relationship Id="rId8" Type="http://schemas.openxmlformats.org/officeDocument/2006/relationships/image" Target="../media/image8.png"/><Relationship Id="rId79" Type="http://schemas.openxmlformats.org/officeDocument/2006/relationships/image" Target="../media/image79.png"/><Relationship Id="rId78" Type="http://schemas.openxmlformats.org/officeDocument/2006/relationships/image" Target="../media/image78.png"/><Relationship Id="rId77" Type="http://schemas.openxmlformats.org/officeDocument/2006/relationships/image" Target="../media/image77.png"/><Relationship Id="rId76" Type="http://schemas.openxmlformats.org/officeDocument/2006/relationships/image" Target="../media/image76.png"/><Relationship Id="rId75" Type="http://schemas.openxmlformats.org/officeDocument/2006/relationships/image" Target="../media/image75.png"/><Relationship Id="rId74" Type="http://schemas.openxmlformats.org/officeDocument/2006/relationships/image" Target="../media/image74.png"/><Relationship Id="rId73" Type="http://schemas.openxmlformats.org/officeDocument/2006/relationships/image" Target="../media/image73.png"/><Relationship Id="rId72" Type="http://schemas.openxmlformats.org/officeDocument/2006/relationships/image" Target="../media/image72.png"/><Relationship Id="rId71" Type="http://schemas.openxmlformats.org/officeDocument/2006/relationships/image" Target="../media/image71.png"/><Relationship Id="rId70" Type="http://schemas.openxmlformats.org/officeDocument/2006/relationships/image" Target="../media/image70.png"/><Relationship Id="rId7" Type="http://schemas.openxmlformats.org/officeDocument/2006/relationships/image" Target="../media/image7.png"/><Relationship Id="rId69" Type="http://schemas.openxmlformats.org/officeDocument/2006/relationships/image" Target="../media/image69.png"/><Relationship Id="rId68" Type="http://schemas.openxmlformats.org/officeDocument/2006/relationships/image" Target="../media/image68.png"/><Relationship Id="rId67" Type="http://schemas.openxmlformats.org/officeDocument/2006/relationships/image" Target="../media/image67.png"/><Relationship Id="rId66" Type="http://schemas.openxmlformats.org/officeDocument/2006/relationships/image" Target="../media/image66.png"/><Relationship Id="rId65" Type="http://schemas.openxmlformats.org/officeDocument/2006/relationships/image" Target="../media/image65.png"/><Relationship Id="rId64" Type="http://schemas.openxmlformats.org/officeDocument/2006/relationships/image" Target="../media/image64.png"/><Relationship Id="rId63" Type="http://schemas.openxmlformats.org/officeDocument/2006/relationships/image" Target="../media/image63.png"/><Relationship Id="rId62" Type="http://schemas.openxmlformats.org/officeDocument/2006/relationships/image" Target="../media/image62.png"/><Relationship Id="rId61" Type="http://schemas.openxmlformats.org/officeDocument/2006/relationships/image" Target="../media/image61.png"/><Relationship Id="rId60" Type="http://schemas.openxmlformats.org/officeDocument/2006/relationships/image" Target="../media/image60.png"/><Relationship Id="rId6" Type="http://schemas.openxmlformats.org/officeDocument/2006/relationships/image" Target="../media/image6.png"/><Relationship Id="rId59" Type="http://schemas.openxmlformats.org/officeDocument/2006/relationships/image" Target="../media/image59.png"/><Relationship Id="rId58" Type="http://schemas.openxmlformats.org/officeDocument/2006/relationships/image" Target="../media/image58.png"/><Relationship Id="rId57" Type="http://schemas.openxmlformats.org/officeDocument/2006/relationships/image" Target="../media/image57.png"/><Relationship Id="rId56" Type="http://schemas.openxmlformats.org/officeDocument/2006/relationships/image" Target="../media/image56.png"/><Relationship Id="rId55" Type="http://schemas.openxmlformats.org/officeDocument/2006/relationships/image" Target="../media/image55.png"/><Relationship Id="rId54" Type="http://schemas.openxmlformats.org/officeDocument/2006/relationships/image" Target="../media/image54.png"/><Relationship Id="rId53" Type="http://schemas.openxmlformats.org/officeDocument/2006/relationships/image" Target="../media/image53.png"/><Relationship Id="rId52" Type="http://schemas.openxmlformats.org/officeDocument/2006/relationships/image" Target="../media/image52.png"/><Relationship Id="rId51" Type="http://schemas.openxmlformats.org/officeDocument/2006/relationships/image" Target="../media/image51.png"/><Relationship Id="rId50" Type="http://schemas.openxmlformats.org/officeDocument/2006/relationships/image" Target="../media/image50.png"/><Relationship Id="rId5" Type="http://schemas.openxmlformats.org/officeDocument/2006/relationships/image" Target="../media/image5.png"/><Relationship Id="rId49" Type="http://schemas.openxmlformats.org/officeDocument/2006/relationships/image" Target="../media/image49.png"/><Relationship Id="rId48" Type="http://schemas.openxmlformats.org/officeDocument/2006/relationships/image" Target="../media/image48.pn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3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6" Type="http://schemas.openxmlformats.org/officeDocument/2006/relationships/slideLayout" Target="../slideLayouts/slideLayout4.xml"/><Relationship Id="rId85" Type="http://schemas.openxmlformats.org/officeDocument/2006/relationships/image" Target="../media/image85.png"/><Relationship Id="rId84" Type="http://schemas.openxmlformats.org/officeDocument/2006/relationships/image" Target="../media/image69.png"/><Relationship Id="rId83" Type="http://schemas.openxmlformats.org/officeDocument/2006/relationships/image" Target="../media/image68.png"/><Relationship Id="rId82" Type="http://schemas.openxmlformats.org/officeDocument/2006/relationships/image" Target="../media/image67.png"/><Relationship Id="rId81" Type="http://schemas.openxmlformats.org/officeDocument/2006/relationships/image" Target="../media/image84.png"/><Relationship Id="rId80" Type="http://schemas.openxmlformats.org/officeDocument/2006/relationships/image" Target="../media/image83.png"/><Relationship Id="rId8" Type="http://schemas.openxmlformats.org/officeDocument/2006/relationships/image" Target="../media/image8.png"/><Relationship Id="rId79" Type="http://schemas.openxmlformats.org/officeDocument/2006/relationships/image" Target="../media/image82.png"/><Relationship Id="rId78" Type="http://schemas.openxmlformats.org/officeDocument/2006/relationships/image" Target="../media/image81.png"/><Relationship Id="rId77" Type="http://schemas.openxmlformats.org/officeDocument/2006/relationships/image" Target="../media/image80.png"/><Relationship Id="rId76" Type="http://schemas.openxmlformats.org/officeDocument/2006/relationships/image" Target="../media/image79.png"/><Relationship Id="rId75" Type="http://schemas.openxmlformats.org/officeDocument/2006/relationships/image" Target="../media/image78.png"/><Relationship Id="rId74" Type="http://schemas.openxmlformats.org/officeDocument/2006/relationships/image" Target="../media/image77.png"/><Relationship Id="rId73" Type="http://schemas.openxmlformats.org/officeDocument/2006/relationships/image" Target="../media/image76.png"/><Relationship Id="rId72" Type="http://schemas.openxmlformats.org/officeDocument/2006/relationships/image" Target="../media/image75.png"/><Relationship Id="rId71" Type="http://schemas.openxmlformats.org/officeDocument/2006/relationships/image" Target="../media/image74.png"/><Relationship Id="rId70" Type="http://schemas.openxmlformats.org/officeDocument/2006/relationships/image" Target="../media/image73.png"/><Relationship Id="rId7" Type="http://schemas.openxmlformats.org/officeDocument/2006/relationships/image" Target="../media/image7.png"/><Relationship Id="rId69" Type="http://schemas.openxmlformats.org/officeDocument/2006/relationships/image" Target="../media/image72.png"/><Relationship Id="rId68" Type="http://schemas.openxmlformats.org/officeDocument/2006/relationships/image" Target="../media/image71.png"/><Relationship Id="rId67" Type="http://schemas.openxmlformats.org/officeDocument/2006/relationships/image" Target="../media/image70.png"/><Relationship Id="rId66" Type="http://schemas.openxmlformats.org/officeDocument/2006/relationships/image" Target="../media/image66.png"/><Relationship Id="rId65" Type="http://schemas.openxmlformats.org/officeDocument/2006/relationships/image" Target="../media/image65.png"/><Relationship Id="rId64" Type="http://schemas.openxmlformats.org/officeDocument/2006/relationships/image" Target="../media/image62.png"/><Relationship Id="rId63" Type="http://schemas.openxmlformats.org/officeDocument/2006/relationships/image" Target="../media/image59.png"/><Relationship Id="rId62" Type="http://schemas.openxmlformats.org/officeDocument/2006/relationships/image" Target="../media/image54.png"/><Relationship Id="rId61" Type="http://schemas.openxmlformats.org/officeDocument/2006/relationships/image" Target="../media/image49.png"/><Relationship Id="rId60" Type="http://schemas.openxmlformats.org/officeDocument/2006/relationships/image" Target="../media/image44.png"/><Relationship Id="rId6" Type="http://schemas.openxmlformats.org/officeDocument/2006/relationships/image" Target="../media/image6.png"/><Relationship Id="rId59" Type="http://schemas.openxmlformats.org/officeDocument/2006/relationships/image" Target="../media/image43.png"/><Relationship Id="rId58" Type="http://schemas.openxmlformats.org/officeDocument/2006/relationships/image" Target="../media/image42.png"/><Relationship Id="rId57" Type="http://schemas.openxmlformats.org/officeDocument/2006/relationships/image" Target="../media/image41.png"/><Relationship Id="rId56" Type="http://schemas.openxmlformats.org/officeDocument/2006/relationships/image" Target="../media/image64.png"/><Relationship Id="rId55" Type="http://schemas.openxmlformats.org/officeDocument/2006/relationships/image" Target="../media/image63.png"/><Relationship Id="rId54" Type="http://schemas.openxmlformats.org/officeDocument/2006/relationships/image" Target="../media/image61.png"/><Relationship Id="rId53" Type="http://schemas.openxmlformats.org/officeDocument/2006/relationships/image" Target="../media/image60.png"/><Relationship Id="rId52" Type="http://schemas.openxmlformats.org/officeDocument/2006/relationships/image" Target="../media/image57.png"/><Relationship Id="rId51" Type="http://schemas.openxmlformats.org/officeDocument/2006/relationships/image" Target="../media/image58.png"/><Relationship Id="rId50" Type="http://schemas.openxmlformats.org/officeDocument/2006/relationships/image" Target="../media/image56.png"/><Relationship Id="rId5" Type="http://schemas.openxmlformats.org/officeDocument/2006/relationships/image" Target="../media/image5.png"/><Relationship Id="rId49" Type="http://schemas.openxmlformats.org/officeDocument/2006/relationships/image" Target="../media/image55.png"/><Relationship Id="rId48" Type="http://schemas.openxmlformats.org/officeDocument/2006/relationships/image" Target="../media/image53.png"/><Relationship Id="rId47" Type="http://schemas.openxmlformats.org/officeDocument/2006/relationships/image" Target="../media/image52.png"/><Relationship Id="rId46" Type="http://schemas.openxmlformats.org/officeDocument/2006/relationships/image" Target="../media/image51.png"/><Relationship Id="rId45" Type="http://schemas.openxmlformats.org/officeDocument/2006/relationships/image" Target="../media/image50.png"/><Relationship Id="rId44" Type="http://schemas.openxmlformats.org/officeDocument/2006/relationships/image" Target="../media/image48.png"/><Relationship Id="rId43" Type="http://schemas.openxmlformats.org/officeDocument/2006/relationships/image" Target="../media/image47.png"/><Relationship Id="rId42" Type="http://schemas.openxmlformats.org/officeDocument/2006/relationships/image" Target="../media/image46.png"/><Relationship Id="rId41" Type="http://schemas.openxmlformats.org/officeDocument/2006/relationships/image" Target="../media/image45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6.png"/><Relationship Id="rId37" Type="http://schemas.openxmlformats.org/officeDocument/2006/relationships/image" Target="../media/image33.png"/><Relationship Id="rId36" Type="http://schemas.openxmlformats.org/officeDocument/2006/relationships/image" Target="../media/image30.png"/><Relationship Id="rId35" Type="http://schemas.openxmlformats.org/officeDocument/2006/relationships/image" Target="../media/image26.png"/><Relationship Id="rId34" Type="http://schemas.openxmlformats.org/officeDocument/2006/relationships/image" Target="../media/image38.png"/><Relationship Id="rId33" Type="http://schemas.openxmlformats.org/officeDocument/2006/relationships/image" Target="../media/image37.png"/><Relationship Id="rId32" Type="http://schemas.openxmlformats.org/officeDocument/2006/relationships/image" Target="../media/image35.png"/><Relationship Id="rId31" Type="http://schemas.openxmlformats.org/officeDocument/2006/relationships/image" Target="../media/image34.png"/><Relationship Id="rId30" Type="http://schemas.openxmlformats.org/officeDocument/2006/relationships/image" Target="../media/image32.png"/><Relationship Id="rId3" Type="http://schemas.openxmlformats.org/officeDocument/2006/relationships/image" Target="../media/image3.png"/><Relationship Id="rId29" Type="http://schemas.openxmlformats.org/officeDocument/2006/relationships/image" Target="../media/image31.png"/><Relationship Id="rId28" Type="http://schemas.openxmlformats.org/officeDocument/2006/relationships/image" Target="../media/image29.png"/><Relationship Id="rId27" Type="http://schemas.openxmlformats.org/officeDocument/2006/relationships/image" Target="../media/image28.png"/><Relationship Id="rId26" Type="http://schemas.openxmlformats.org/officeDocument/2006/relationships/image" Target="../media/image27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6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798313" y="8494946"/>
            <a:ext cx="99552" cy="994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4316" y="8494946"/>
            <a:ext cx="99552" cy="994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90064" y="8494946"/>
            <a:ext cx="99552" cy="994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36069" y="8494946"/>
            <a:ext cx="99552" cy="994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2073" y="8494946"/>
            <a:ext cx="99552" cy="994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27821" y="8494946"/>
            <a:ext cx="99552" cy="994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273824" y="8494946"/>
            <a:ext cx="99552" cy="994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9828" y="8494946"/>
            <a:ext cx="99552" cy="9946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5576" y="8494946"/>
            <a:ext cx="99552" cy="994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11581" y="8494946"/>
            <a:ext cx="99552" cy="994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98313" y="8736530"/>
            <a:ext cx="99552" cy="9946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44316" y="8736530"/>
            <a:ext cx="99552" cy="9946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290064" y="8736530"/>
            <a:ext cx="99552" cy="9946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36069" y="8736530"/>
            <a:ext cx="99552" cy="9946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82073" y="8736530"/>
            <a:ext cx="99552" cy="9946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27821" y="8736530"/>
            <a:ext cx="99552" cy="9946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73824" y="8736530"/>
            <a:ext cx="99552" cy="9946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519828" y="8736530"/>
            <a:ext cx="99552" cy="9946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65576" y="8736530"/>
            <a:ext cx="99552" cy="9946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11581" y="8736530"/>
            <a:ext cx="99552" cy="9946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98313" y="8978129"/>
            <a:ext cx="99552" cy="9946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44316" y="8978129"/>
            <a:ext cx="99552" cy="9946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290064" y="8978129"/>
            <a:ext cx="99552" cy="9946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536069" y="8978129"/>
            <a:ext cx="99552" cy="9946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82073" y="8978129"/>
            <a:ext cx="99552" cy="9946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027821" y="8978129"/>
            <a:ext cx="99552" cy="9946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273824" y="8978129"/>
            <a:ext cx="99552" cy="9946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519828" y="8978129"/>
            <a:ext cx="99552" cy="9946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765576" y="8978129"/>
            <a:ext cx="99552" cy="9946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011581" y="8978129"/>
            <a:ext cx="99552" cy="9946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798313" y="9219713"/>
            <a:ext cx="99552" cy="9946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044316" y="9219713"/>
            <a:ext cx="99552" cy="9946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290064" y="9219713"/>
            <a:ext cx="99552" cy="9946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536069" y="9219713"/>
            <a:ext cx="99552" cy="9946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782073" y="9219713"/>
            <a:ext cx="99552" cy="9946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027821" y="9219713"/>
            <a:ext cx="99552" cy="9946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273824" y="9219713"/>
            <a:ext cx="99552" cy="9946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519828" y="9219713"/>
            <a:ext cx="99552" cy="9946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765576" y="9219713"/>
            <a:ext cx="99552" cy="9946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011581" y="9219713"/>
            <a:ext cx="99552" cy="9946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519828" y="9461312"/>
            <a:ext cx="99552" cy="9946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765576" y="9461312"/>
            <a:ext cx="99552" cy="9946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011581" y="9461312"/>
            <a:ext cx="99552" cy="9946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519828" y="9702640"/>
            <a:ext cx="99552" cy="9946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765576" y="9702640"/>
            <a:ext cx="99552" cy="9946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011581" y="9702640"/>
            <a:ext cx="99552" cy="99463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12761834" y="8835482"/>
            <a:ext cx="5057140" cy="1451610"/>
            <a:chOff x="12761834" y="8835482"/>
            <a:chExt cx="5057140" cy="1451610"/>
          </a:xfrm>
        </p:grpSpPr>
        <p:sp>
          <p:nvSpPr>
            <p:cNvPr id="49" name="object 49"/>
            <p:cNvSpPr/>
            <p:nvPr/>
          </p:nvSpPr>
          <p:spPr>
            <a:xfrm>
              <a:off x="12761823" y="8835491"/>
              <a:ext cx="4737735" cy="1451610"/>
            </a:xfrm>
            <a:custGeom>
              <a:avLst/>
              <a:gdLst/>
              <a:ahLst/>
              <a:cxnLst/>
              <a:rect l="l" t="t" r="r" b="b"/>
              <a:pathLst>
                <a:path w="4737734" h="1451609">
                  <a:moveTo>
                    <a:pt x="4737620" y="400939"/>
                  </a:moveTo>
                  <a:lnTo>
                    <a:pt x="4736401" y="400939"/>
                  </a:lnTo>
                  <a:lnTo>
                    <a:pt x="4736401" y="0"/>
                  </a:lnTo>
                  <a:lnTo>
                    <a:pt x="0" y="400253"/>
                  </a:lnTo>
                  <a:lnTo>
                    <a:pt x="8102" y="400939"/>
                  </a:lnTo>
                  <a:lnTo>
                    <a:pt x="1041" y="400939"/>
                  </a:lnTo>
                  <a:lnTo>
                    <a:pt x="1041" y="1451521"/>
                  </a:lnTo>
                  <a:lnTo>
                    <a:pt x="4737620" y="1451521"/>
                  </a:lnTo>
                  <a:lnTo>
                    <a:pt x="4737620" y="400939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2963499" y="9156242"/>
              <a:ext cx="4855845" cy="1130935"/>
            </a:xfrm>
            <a:custGeom>
              <a:avLst/>
              <a:gdLst/>
              <a:ahLst/>
              <a:cxnLst/>
              <a:rect l="l" t="t" r="r" b="b"/>
              <a:pathLst>
                <a:path w="4855844" h="1130934">
                  <a:moveTo>
                    <a:pt x="4855413" y="0"/>
                  </a:moveTo>
                  <a:lnTo>
                    <a:pt x="444" y="400265"/>
                  </a:lnTo>
                  <a:lnTo>
                    <a:pt x="8750" y="400951"/>
                  </a:lnTo>
                  <a:lnTo>
                    <a:pt x="0" y="400951"/>
                  </a:lnTo>
                  <a:lnTo>
                    <a:pt x="0" y="1130769"/>
                  </a:lnTo>
                  <a:lnTo>
                    <a:pt x="4855134" y="1130769"/>
                  </a:lnTo>
                  <a:lnTo>
                    <a:pt x="4855134" y="800519"/>
                  </a:lnTo>
                  <a:lnTo>
                    <a:pt x="4855413" y="800531"/>
                  </a:lnTo>
                  <a:lnTo>
                    <a:pt x="4855413" y="0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390070" y="8494946"/>
            <a:ext cx="99552" cy="9946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44066" y="8494946"/>
            <a:ext cx="99552" cy="9946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898318" y="8494946"/>
            <a:ext cx="99552" cy="9946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52314" y="8494946"/>
            <a:ext cx="99552" cy="9946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310" y="8494946"/>
            <a:ext cx="99552" cy="99463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60562" y="8494946"/>
            <a:ext cx="99552" cy="99463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14558" y="8494946"/>
            <a:ext cx="99552" cy="9946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68554" y="8494946"/>
            <a:ext cx="99552" cy="9946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22806" y="8494946"/>
            <a:ext cx="99552" cy="99463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80311" y="8494946"/>
            <a:ext cx="96043" cy="9946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390070" y="8736530"/>
            <a:ext cx="99552" cy="99463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144066" y="8736530"/>
            <a:ext cx="99552" cy="99463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898318" y="8736530"/>
            <a:ext cx="99552" cy="99463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52314" y="8736530"/>
            <a:ext cx="99552" cy="99463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406310" y="8736530"/>
            <a:ext cx="99552" cy="99463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60562" y="8736530"/>
            <a:ext cx="99552" cy="99463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14558" y="8736530"/>
            <a:ext cx="99552" cy="99463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68554" y="8736530"/>
            <a:ext cx="99552" cy="99463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22806" y="8736530"/>
            <a:ext cx="99552" cy="9946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0311" y="8736530"/>
            <a:ext cx="96043" cy="99463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390070" y="8978129"/>
            <a:ext cx="99552" cy="9946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144066" y="8978129"/>
            <a:ext cx="99552" cy="99463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898318" y="8978129"/>
            <a:ext cx="99552" cy="9946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52314" y="8978129"/>
            <a:ext cx="99552" cy="99463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406310" y="8978129"/>
            <a:ext cx="99552" cy="9946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60562" y="8978129"/>
            <a:ext cx="99552" cy="99463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14558" y="8978129"/>
            <a:ext cx="99552" cy="99463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68554" y="8978129"/>
            <a:ext cx="99552" cy="99463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22806" y="8978129"/>
            <a:ext cx="99552" cy="99463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80311" y="8978129"/>
            <a:ext cx="96043" cy="99463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390070" y="9219713"/>
            <a:ext cx="99552" cy="99463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144066" y="9219713"/>
            <a:ext cx="99552" cy="99463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898318" y="9219713"/>
            <a:ext cx="99552" cy="99463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652314" y="9219713"/>
            <a:ext cx="99552" cy="9946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406310" y="9219713"/>
            <a:ext cx="99552" cy="99463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60562" y="9219713"/>
            <a:ext cx="99552" cy="99463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14558" y="9219713"/>
            <a:ext cx="99552" cy="99463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68554" y="9219713"/>
            <a:ext cx="99552" cy="9946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22806" y="9219713"/>
            <a:ext cx="99552" cy="99463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80311" y="9219713"/>
            <a:ext cx="96043" cy="99463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68554" y="9461312"/>
            <a:ext cx="99552" cy="99463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22806" y="9461312"/>
            <a:ext cx="99552" cy="99463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80311" y="9461312"/>
            <a:ext cx="96043" cy="99463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68554" y="9702640"/>
            <a:ext cx="99552" cy="99463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22806" y="9702640"/>
            <a:ext cx="99552" cy="99463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80311" y="9702640"/>
            <a:ext cx="96043" cy="99463"/>
          </a:xfrm>
          <a:prstGeom prst="rect">
            <a:avLst/>
          </a:prstGeom>
        </p:spPr>
      </p:pic>
      <p:grpSp>
        <p:nvGrpSpPr>
          <p:cNvPr id="97" name="object 97"/>
          <p:cNvGrpSpPr/>
          <p:nvPr/>
        </p:nvGrpSpPr>
        <p:grpSpPr>
          <a:xfrm>
            <a:off x="469013" y="8835482"/>
            <a:ext cx="5057140" cy="1451610"/>
            <a:chOff x="469013" y="8835482"/>
            <a:chExt cx="5057140" cy="1451610"/>
          </a:xfrm>
        </p:grpSpPr>
        <p:sp>
          <p:nvSpPr>
            <p:cNvPr id="98" name="object 98"/>
            <p:cNvSpPr/>
            <p:nvPr/>
          </p:nvSpPr>
          <p:spPr>
            <a:xfrm>
              <a:off x="788479" y="8835491"/>
              <a:ext cx="4737735" cy="1451610"/>
            </a:xfrm>
            <a:custGeom>
              <a:avLst/>
              <a:gdLst/>
              <a:ahLst/>
              <a:cxnLst/>
              <a:rect l="l" t="t" r="r" b="b"/>
              <a:pathLst>
                <a:path w="4737735" h="1451609">
                  <a:moveTo>
                    <a:pt x="4737620" y="400253"/>
                  </a:moveTo>
                  <a:lnTo>
                    <a:pt x="1219" y="0"/>
                  </a:lnTo>
                  <a:lnTo>
                    <a:pt x="1219" y="400939"/>
                  </a:lnTo>
                  <a:lnTo>
                    <a:pt x="0" y="400939"/>
                  </a:lnTo>
                  <a:lnTo>
                    <a:pt x="0" y="1451508"/>
                  </a:lnTo>
                  <a:lnTo>
                    <a:pt x="4736579" y="1451521"/>
                  </a:lnTo>
                  <a:lnTo>
                    <a:pt x="4736579" y="400939"/>
                  </a:lnTo>
                  <a:lnTo>
                    <a:pt x="4729505" y="400939"/>
                  </a:lnTo>
                  <a:lnTo>
                    <a:pt x="4737620" y="400253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69011" y="9156242"/>
              <a:ext cx="4855845" cy="1130935"/>
            </a:xfrm>
            <a:custGeom>
              <a:avLst/>
              <a:gdLst/>
              <a:ahLst/>
              <a:cxnLst/>
              <a:rect l="l" t="t" r="r" b="b"/>
              <a:pathLst>
                <a:path w="4855845" h="1130934">
                  <a:moveTo>
                    <a:pt x="4855413" y="400951"/>
                  </a:moveTo>
                  <a:lnTo>
                    <a:pt x="4846650" y="400951"/>
                  </a:lnTo>
                  <a:lnTo>
                    <a:pt x="4854968" y="400265"/>
                  </a:lnTo>
                  <a:lnTo>
                    <a:pt x="0" y="0"/>
                  </a:lnTo>
                  <a:lnTo>
                    <a:pt x="0" y="800531"/>
                  </a:lnTo>
                  <a:lnTo>
                    <a:pt x="279" y="800519"/>
                  </a:lnTo>
                  <a:lnTo>
                    <a:pt x="279" y="1130757"/>
                  </a:lnTo>
                  <a:lnTo>
                    <a:pt x="4855413" y="1130769"/>
                  </a:lnTo>
                  <a:lnTo>
                    <a:pt x="4855413" y="400951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0" name="object 10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6488435" y="1175964"/>
            <a:ext cx="99552" cy="99463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6242431" y="1175964"/>
            <a:ext cx="99552" cy="99463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996684" y="1175964"/>
            <a:ext cx="99552" cy="99463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5750680" y="1175964"/>
            <a:ext cx="99552" cy="99463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5504675" y="1175964"/>
            <a:ext cx="99552" cy="99463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258927" y="1175964"/>
            <a:ext cx="99552" cy="99463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012923" y="1175964"/>
            <a:ext cx="99552" cy="99463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4766920" y="1175964"/>
            <a:ext cx="99552" cy="99463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4521172" y="1175964"/>
            <a:ext cx="99552" cy="99463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4279581" y="1175964"/>
            <a:ext cx="95139" cy="99463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6488435" y="934380"/>
            <a:ext cx="99552" cy="99463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6242431" y="934380"/>
            <a:ext cx="99552" cy="99463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5996684" y="934380"/>
            <a:ext cx="99552" cy="99463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750680" y="934380"/>
            <a:ext cx="99552" cy="99463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5504675" y="934380"/>
            <a:ext cx="99552" cy="99463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5258927" y="934380"/>
            <a:ext cx="99552" cy="99463"/>
          </a:xfrm>
          <a:prstGeom prst="rect">
            <a:avLst/>
          </a:prstGeom>
        </p:spPr>
      </p:pic>
      <p:pic>
        <p:nvPicPr>
          <p:cNvPr id="116" name="object 116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5012923" y="934380"/>
            <a:ext cx="99552" cy="99463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4766920" y="934380"/>
            <a:ext cx="99552" cy="99463"/>
          </a:xfrm>
          <a:prstGeom prst="rect">
            <a:avLst/>
          </a:prstGeom>
        </p:spPr>
      </p:pic>
      <p:pic>
        <p:nvPicPr>
          <p:cNvPr id="118" name="object 118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4521172" y="934380"/>
            <a:ext cx="99552" cy="99463"/>
          </a:xfrm>
          <a:prstGeom prst="rect">
            <a:avLst/>
          </a:prstGeom>
        </p:spPr>
      </p:pic>
      <p:pic>
        <p:nvPicPr>
          <p:cNvPr id="119" name="object 11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4279581" y="934380"/>
            <a:ext cx="95139" cy="99463"/>
          </a:xfrm>
          <a:prstGeom prst="rect">
            <a:avLst/>
          </a:prstGeom>
        </p:spPr>
      </p:pic>
      <p:pic>
        <p:nvPicPr>
          <p:cNvPr id="120" name="object 12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6488435" y="692781"/>
            <a:ext cx="99552" cy="99463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6242431" y="692781"/>
            <a:ext cx="99552" cy="99463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996684" y="692781"/>
            <a:ext cx="99552" cy="99463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5750680" y="692781"/>
            <a:ext cx="99552" cy="99463"/>
          </a:xfrm>
          <a:prstGeom prst="rect">
            <a:avLst/>
          </a:prstGeom>
        </p:spPr>
      </p:pic>
      <p:pic>
        <p:nvPicPr>
          <p:cNvPr id="124" name="object 124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5504675" y="692781"/>
            <a:ext cx="99552" cy="99463"/>
          </a:xfrm>
          <a:prstGeom prst="rect">
            <a:avLst/>
          </a:prstGeom>
        </p:spPr>
      </p:pic>
      <p:pic>
        <p:nvPicPr>
          <p:cNvPr id="125" name="object 12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258927" y="692781"/>
            <a:ext cx="99552" cy="99463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012923" y="692781"/>
            <a:ext cx="99552" cy="99463"/>
          </a:xfrm>
          <a:prstGeom prst="rect">
            <a:avLst/>
          </a:prstGeom>
        </p:spPr>
      </p:pic>
      <p:pic>
        <p:nvPicPr>
          <p:cNvPr id="127" name="object 12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4521172" y="692781"/>
            <a:ext cx="99552" cy="99463"/>
          </a:xfrm>
          <a:prstGeom prst="rect">
            <a:avLst/>
          </a:prstGeom>
        </p:spPr>
      </p:pic>
      <p:pic>
        <p:nvPicPr>
          <p:cNvPr id="128" name="object 12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4766920" y="692781"/>
            <a:ext cx="99552" cy="99463"/>
          </a:xfrm>
          <a:prstGeom prst="rect">
            <a:avLst/>
          </a:prstGeom>
        </p:spPr>
      </p:pic>
      <p:pic>
        <p:nvPicPr>
          <p:cNvPr id="129" name="object 12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4279581" y="692781"/>
            <a:ext cx="95139" cy="99463"/>
          </a:xfrm>
          <a:prstGeom prst="rect">
            <a:avLst/>
          </a:prstGeom>
        </p:spPr>
      </p:pic>
      <p:pic>
        <p:nvPicPr>
          <p:cNvPr id="130" name="object 13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6488435" y="451197"/>
            <a:ext cx="99552" cy="99463"/>
          </a:xfrm>
          <a:prstGeom prst="rect">
            <a:avLst/>
          </a:prstGeom>
        </p:spPr>
      </p:pic>
      <p:pic>
        <p:nvPicPr>
          <p:cNvPr id="131" name="object 131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6242431" y="451197"/>
            <a:ext cx="99552" cy="99463"/>
          </a:xfrm>
          <a:prstGeom prst="rect">
            <a:avLst/>
          </a:prstGeom>
        </p:spPr>
      </p:pic>
      <p:pic>
        <p:nvPicPr>
          <p:cNvPr id="132" name="object 132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5996684" y="451197"/>
            <a:ext cx="99552" cy="99463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5750680" y="451197"/>
            <a:ext cx="99552" cy="99463"/>
          </a:xfrm>
          <a:prstGeom prst="rect">
            <a:avLst/>
          </a:prstGeom>
        </p:spPr>
      </p:pic>
      <p:pic>
        <p:nvPicPr>
          <p:cNvPr id="134" name="object 134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5504675" y="451197"/>
            <a:ext cx="99552" cy="99463"/>
          </a:xfrm>
          <a:prstGeom prst="rect">
            <a:avLst/>
          </a:prstGeom>
        </p:spPr>
      </p:pic>
      <p:pic>
        <p:nvPicPr>
          <p:cNvPr id="135" name="object 13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5258927" y="451197"/>
            <a:ext cx="99552" cy="99463"/>
          </a:xfrm>
          <a:prstGeom prst="rect">
            <a:avLst/>
          </a:prstGeom>
        </p:spPr>
      </p:pic>
      <p:pic>
        <p:nvPicPr>
          <p:cNvPr id="136" name="object 136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5012923" y="451197"/>
            <a:ext cx="99552" cy="99463"/>
          </a:xfrm>
          <a:prstGeom prst="rect">
            <a:avLst/>
          </a:prstGeom>
        </p:spPr>
      </p:pic>
      <p:pic>
        <p:nvPicPr>
          <p:cNvPr id="137" name="object 137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4766920" y="451197"/>
            <a:ext cx="99552" cy="99463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4521172" y="451197"/>
            <a:ext cx="99552" cy="99463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4279581" y="451197"/>
            <a:ext cx="95139" cy="99463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4766920" y="209598"/>
            <a:ext cx="99552" cy="99463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4521172" y="209598"/>
            <a:ext cx="99552" cy="99463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4279581" y="209598"/>
            <a:ext cx="95139" cy="99463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4766920" y="0"/>
            <a:ext cx="99552" cy="67733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4521172" y="0"/>
            <a:ext cx="99552" cy="67733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4279581" y="0"/>
            <a:ext cx="95139" cy="67733"/>
          </a:xfrm>
          <a:prstGeom prst="rect">
            <a:avLst/>
          </a:prstGeom>
        </p:spPr>
      </p:pic>
      <p:grpSp>
        <p:nvGrpSpPr>
          <p:cNvPr id="146" name="object 146"/>
          <p:cNvGrpSpPr/>
          <p:nvPr/>
        </p:nvGrpSpPr>
        <p:grpSpPr>
          <a:xfrm>
            <a:off x="14567304" y="-1"/>
            <a:ext cx="3721100" cy="2479675"/>
            <a:chOff x="14567304" y="-1"/>
            <a:chExt cx="3721100" cy="2479675"/>
          </a:xfrm>
        </p:grpSpPr>
        <p:sp>
          <p:nvSpPr>
            <p:cNvPr id="147" name="object 147"/>
            <p:cNvSpPr/>
            <p:nvPr/>
          </p:nvSpPr>
          <p:spPr>
            <a:xfrm>
              <a:off x="14886839" y="11"/>
              <a:ext cx="3401695" cy="935355"/>
            </a:xfrm>
            <a:custGeom>
              <a:avLst/>
              <a:gdLst/>
              <a:ahLst/>
              <a:cxnLst/>
              <a:rect l="l" t="t" r="r" b="b"/>
              <a:pathLst>
                <a:path w="3401694" h="935355">
                  <a:moveTo>
                    <a:pt x="3401149" y="0"/>
                  </a:moveTo>
                  <a:lnTo>
                    <a:pt x="0" y="0"/>
                  </a:lnTo>
                  <a:lnTo>
                    <a:pt x="0" y="533946"/>
                  </a:lnTo>
                  <a:lnTo>
                    <a:pt x="1168" y="533946"/>
                  </a:lnTo>
                  <a:lnTo>
                    <a:pt x="1130" y="934885"/>
                  </a:lnTo>
                  <a:lnTo>
                    <a:pt x="3401149" y="647560"/>
                  </a:lnTo>
                  <a:lnTo>
                    <a:pt x="3401149" y="533946"/>
                  </a:lnTo>
                  <a:lnTo>
                    <a:pt x="3401149" y="421678"/>
                  </a:lnTo>
                  <a:lnTo>
                    <a:pt x="3401149" y="0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4567294" y="11"/>
              <a:ext cx="3721100" cy="614680"/>
            </a:xfrm>
            <a:custGeom>
              <a:avLst/>
              <a:gdLst/>
              <a:ahLst/>
              <a:cxnLst/>
              <a:rect l="l" t="t" r="r" b="b"/>
              <a:pathLst>
                <a:path w="3721100" h="614680">
                  <a:moveTo>
                    <a:pt x="3720693" y="0"/>
                  </a:moveTo>
                  <a:lnTo>
                    <a:pt x="2260879" y="0"/>
                  </a:lnTo>
                  <a:lnTo>
                    <a:pt x="368" y="0"/>
                  </a:lnTo>
                  <a:lnTo>
                    <a:pt x="76" y="0"/>
                  </a:lnTo>
                  <a:lnTo>
                    <a:pt x="0" y="614133"/>
                  </a:lnTo>
                  <a:lnTo>
                    <a:pt x="3720693" y="307390"/>
                  </a:lnTo>
                  <a:lnTo>
                    <a:pt x="3720693" y="213169"/>
                  </a:lnTo>
                  <a:lnTo>
                    <a:pt x="3720693" y="120345"/>
                  </a:lnTo>
                  <a:lnTo>
                    <a:pt x="3720693" y="0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481322" y="-1"/>
              <a:ext cx="1245235" cy="2437765"/>
            </a:xfrm>
            <a:custGeom>
              <a:avLst/>
              <a:gdLst/>
              <a:ahLst/>
              <a:cxnLst/>
              <a:rect l="l" t="t" r="r" b="b"/>
              <a:pathLst>
                <a:path w="1245234" h="2437765">
                  <a:moveTo>
                    <a:pt x="0" y="0"/>
                  </a:moveTo>
                  <a:lnTo>
                    <a:pt x="1245070" y="0"/>
                  </a:lnTo>
                  <a:lnTo>
                    <a:pt x="533498" y="2437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7239717" y="0"/>
              <a:ext cx="1048385" cy="2160270"/>
            </a:xfrm>
            <a:custGeom>
              <a:avLst/>
              <a:gdLst/>
              <a:ahLst/>
              <a:cxnLst/>
              <a:rect l="l" t="t" r="r" b="b"/>
              <a:pathLst>
                <a:path w="1048384" h="2160270">
                  <a:moveTo>
                    <a:pt x="1048283" y="0"/>
                  </a:moveTo>
                  <a:lnTo>
                    <a:pt x="360019" y="0"/>
                  </a:lnTo>
                  <a:lnTo>
                    <a:pt x="179705" y="0"/>
                  </a:lnTo>
                  <a:lnTo>
                    <a:pt x="0" y="0"/>
                  </a:lnTo>
                  <a:lnTo>
                    <a:pt x="106514" y="2127681"/>
                  </a:lnTo>
                  <a:lnTo>
                    <a:pt x="106807" y="2125141"/>
                  </a:lnTo>
                  <a:lnTo>
                    <a:pt x="106730" y="2127681"/>
                  </a:lnTo>
                  <a:lnTo>
                    <a:pt x="1048283" y="2159939"/>
                  </a:lnTo>
                  <a:lnTo>
                    <a:pt x="1048283" y="0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6897782" y="0"/>
              <a:ext cx="1390650" cy="2479675"/>
            </a:xfrm>
            <a:custGeom>
              <a:avLst/>
              <a:gdLst/>
              <a:ahLst/>
              <a:cxnLst/>
              <a:rect l="l" t="t" r="r" b="b"/>
              <a:pathLst>
                <a:path w="1390650" h="2479675">
                  <a:moveTo>
                    <a:pt x="1390218" y="0"/>
                  </a:moveTo>
                  <a:lnTo>
                    <a:pt x="402082" y="0"/>
                  </a:lnTo>
                  <a:lnTo>
                    <a:pt x="200685" y="0"/>
                  </a:lnTo>
                  <a:lnTo>
                    <a:pt x="0" y="0"/>
                  </a:lnTo>
                  <a:lnTo>
                    <a:pt x="116941" y="2435682"/>
                  </a:lnTo>
                  <a:lnTo>
                    <a:pt x="117221" y="2433231"/>
                  </a:lnTo>
                  <a:lnTo>
                    <a:pt x="117144" y="2435682"/>
                  </a:lnTo>
                  <a:lnTo>
                    <a:pt x="1390218" y="2479319"/>
                  </a:lnTo>
                  <a:lnTo>
                    <a:pt x="1390218" y="0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2" name="object 152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776100" y="1175964"/>
            <a:ext cx="99552" cy="99463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2022104" y="1175964"/>
            <a:ext cx="99552" cy="99463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2267852" y="1175964"/>
            <a:ext cx="99552" cy="99463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2513856" y="1175964"/>
            <a:ext cx="99552" cy="99463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2759860" y="1175964"/>
            <a:ext cx="99552" cy="99463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3005608" y="1175964"/>
            <a:ext cx="99552" cy="99463"/>
          </a:xfrm>
          <a:prstGeom prst="rect">
            <a:avLst/>
          </a:prstGeom>
        </p:spPr>
      </p:pic>
      <p:pic>
        <p:nvPicPr>
          <p:cNvPr id="158" name="object 158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3251611" y="1175964"/>
            <a:ext cx="99552" cy="99463"/>
          </a:xfrm>
          <a:prstGeom prst="rect">
            <a:avLst/>
          </a:prstGeom>
        </p:spPr>
      </p:pic>
      <p:pic>
        <p:nvPicPr>
          <p:cNvPr id="159" name="object 159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3497615" y="1175964"/>
            <a:ext cx="99552" cy="99463"/>
          </a:xfrm>
          <a:prstGeom prst="rect">
            <a:avLst/>
          </a:prstGeom>
        </p:spPr>
      </p:pic>
      <p:pic>
        <p:nvPicPr>
          <p:cNvPr id="160" name="object 160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3743363" y="1175964"/>
            <a:ext cx="99552" cy="99463"/>
          </a:xfrm>
          <a:prstGeom prst="rect">
            <a:avLst/>
          </a:prstGeom>
        </p:spPr>
      </p:pic>
      <p:pic>
        <p:nvPicPr>
          <p:cNvPr id="161" name="object 161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3989367" y="1175964"/>
            <a:ext cx="99552" cy="99463"/>
          </a:xfrm>
          <a:prstGeom prst="rect">
            <a:avLst/>
          </a:prstGeom>
        </p:spPr>
      </p:pic>
      <p:pic>
        <p:nvPicPr>
          <p:cNvPr id="162" name="object 162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776100" y="934380"/>
            <a:ext cx="99552" cy="99463"/>
          </a:xfrm>
          <a:prstGeom prst="rect">
            <a:avLst/>
          </a:prstGeom>
        </p:spPr>
      </p:pic>
      <p:pic>
        <p:nvPicPr>
          <p:cNvPr id="163" name="object 163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2022104" y="934380"/>
            <a:ext cx="99552" cy="99463"/>
          </a:xfrm>
          <a:prstGeom prst="rect">
            <a:avLst/>
          </a:prstGeom>
        </p:spPr>
      </p:pic>
      <p:pic>
        <p:nvPicPr>
          <p:cNvPr id="164" name="object 164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2267852" y="934380"/>
            <a:ext cx="99552" cy="99463"/>
          </a:xfrm>
          <a:prstGeom prst="rect">
            <a:avLst/>
          </a:prstGeom>
        </p:spPr>
      </p:pic>
      <p:pic>
        <p:nvPicPr>
          <p:cNvPr id="165" name="object 165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2513856" y="934380"/>
            <a:ext cx="99552" cy="99463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2759860" y="934380"/>
            <a:ext cx="99552" cy="99463"/>
          </a:xfrm>
          <a:prstGeom prst="rect">
            <a:avLst/>
          </a:prstGeom>
        </p:spPr>
      </p:pic>
      <p:pic>
        <p:nvPicPr>
          <p:cNvPr id="167" name="object 167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005608" y="934380"/>
            <a:ext cx="99552" cy="99463"/>
          </a:xfrm>
          <a:prstGeom prst="rect">
            <a:avLst/>
          </a:prstGeom>
        </p:spPr>
      </p:pic>
      <p:pic>
        <p:nvPicPr>
          <p:cNvPr id="168" name="object 168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251611" y="934380"/>
            <a:ext cx="99552" cy="99463"/>
          </a:xfrm>
          <a:prstGeom prst="rect">
            <a:avLst/>
          </a:prstGeom>
        </p:spPr>
      </p:pic>
      <p:pic>
        <p:nvPicPr>
          <p:cNvPr id="169" name="object 169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3497615" y="934380"/>
            <a:ext cx="99552" cy="99463"/>
          </a:xfrm>
          <a:prstGeom prst="rect">
            <a:avLst/>
          </a:prstGeom>
        </p:spPr>
      </p:pic>
      <p:pic>
        <p:nvPicPr>
          <p:cNvPr id="170" name="object 170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743363" y="934380"/>
            <a:ext cx="99552" cy="99463"/>
          </a:xfrm>
          <a:prstGeom prst="rect">
            <a:avLst/>
          </a:prstGeom>
        </p:spPr>
      </p:pic>
      <p:pic>
        <p:nvPicPr>
          <p:cNvPr id="171" name="object 171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3989367" y="934380"/>
            <a:ext cx="99552" cy="99463"/>
          </a:xfrm>
          <a:prstGeom prst="rect">
            <a:avLst/>
          </a:prstGeom>
        </p:spPr>
      </p:pic>
      <p:pic>
        <p:nvPicPr>
          <p:cNvPr id="172" name="object 172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1776100" y="692781"/>
            <a:ext cx="99552" cy="99463"/>
          </a:xfrm>
          <a:prstGeom prst="rect">
            <a:avLst/>
          </a:prstGeom>
        </p:spPr>
      </p:pic>
      <p:pic>
        <p:nvPicPr>
          <p:cNvPr id="173" name="object 173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2022104" y="692781"/>
            <a:ext cx="99552" cy="99463"/>
          </a:xfrm>
          <a:prstGeom prst="rect">
            <a:avLst/>
          </a:prstGeom>
        </p:spPr>
      </p:pic>
      <p:pic>
        <p:nvPicPr>
          <p:cNvPr id="174" name="object 174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2267852" y="692781"/>
            <a:ext cx="99552" cy="99463"/>
          </a:xfrm>
          <a:prstGeom prst="rect">
            <a:avLst/>
          </a:prstGeom>
        </p:spPr>
      </p:pic>
      <p:pic>
        <p:nvPicPr>
          <p:cNvPr id="175" name="object 175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513856" y="692781"/>
            <a:ext cx="99552" cy="99463"/>
          </a:xfrm>
          <a:prstGeom prst="rect">
            <a:avLst/>
          </a:prstGeom>
        </p:spPr>
      </p:pic>
      <p:pic>
        <p:nvPicPr>
          <p:cNvPr id="176" name="object 176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759860" y="692781"/>
            <a:ext cx="99552" cy="99463"/>
          </a:xfrm>
          <a:prstGeom prst="rect">
            <a:avLst/>
          </a:prstGeom>
        </p:spPr>
      </p:pic>
      <p:pic>
        <p:nvPicPr>
          <p:cNvPr id="177" name="object 177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005608" y="692781"/>
            <a:ext cx="99552" cy="99463"/>
          </a:xfrm>
          <a:prstGeom prst="rect">
            <a:avLst/>
          </a:prstGeom>
        </p:spPr>
      </p:pic>
      <p:pic>
        <p:nvPicPr>
          <p:cNvPr id="178" name="object 178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251611" y="692781"/>
            <a:ext cx="99552" cy="99463"/>
          </a:xfrm>
          <a:prstGeom prst="rect">
            <a:avLst/>
          </a:prstGeom>
        </p:spPr>
      </p:pic>
      <p:pic>
        <p:nvPicPr>
          <p:cNvPr id="179" name="object 179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3497615" y="692781"/>
            <a:ext cx="99552" cy="99463"/>
          </a:xfrm>
          <a:prstGeom prst="rect">
            <a:avLst/>
          </a:prstGeom>
        </p:spPr>
      </p:pic>
      <p:pic>
        <p:nvPicPr>
          <p:cNvPr id="180" name="object 180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743363" y="692781"/>
            <a:ext cx="99552" cy="99463"/>
          </a:xfrm>
          <a:prstGeom prst="rect">
            <a:avLst/>
          </a:prstGeom>
        </p:spPr>
      </p:pic>
      <p:pic>
        <p:nvPicPr>
          <p:cNvPr id="181" name="object 181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3989367" y="692781"/>
            <a:ext cx="99552" cy="99463"/>
          </a:xfrm>
          <a:prstGeom prst="rect">
            <a:avLst/>
          </a:prstGeom>
        </p:spPr>
      </p:pic>
      <p:pic>
        <p:nvPicPr>
          <p:cNvPr id="182" name="object 182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1776100" y="451197"/>
            <a:ext cx="99552" cy="99463"/>
          </a:xfrm>
          <a:prstGeom prst="rect">
            <a:avLst/>
          </a:prstGeom>
        </p:spPr>
      </p:pic>
      <p:pic>
        <p:nvPicPr>
          <p:cNvPr id="183" name="object 183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2022104" y="451197"/>
            <a:ext cx="99552" cy="99463"/>
          </a:xfrm>
          <a:prstGeom prst="rect">
            <a:avLst/>
          </a:prstGeom>
        </p:spPr>
      </p:pic>
      <p:pic>
        <p:nvPicPr>
          <p:cNvPr id="184" name="object 184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2267852" y="451197"/>
            <a:ext cx="99552" cy="99463"/>
          </a:xfrm>
          <a:prstGeom prst="rect">
            <a:avLst/>
          </a:prstGeom>
        </p:spPr>
      </p:pic>
      <p:pic>
        <p:nvPicPr>
          <p:cNvPr id="185" name="object 185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2513856" y="451197"/>
            <a:ext cx="99552" cy="99463"/>
          </a:xfrm>
          <a:prstGeom prst="rect">
            <a:avLst/>
          </a:prstGeom>
        </p:spPr>
      </p:pic>
      <p:pic>
        <p:nvPicPr>
          <p:cNvPr id="186" name="object 186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2759860" y="451197"/>
            <a:ext cx="99552" cy="99463"/>
          </a:xfrm>
          <a:prstGeom prst="rect">
            <a:avLst/>
          </a:prstGeom>
        </p:spPr>
      </p:pic>
      <p:pic>
        <p:nvPicPr>
          <p:cNvPr id="187" name="object 187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005608" y="451197"/>
            <a:ext cx="99552" cy="99463"/>
          </a:xfrm>
          <a:prstGeom prst="rect">
            <a:avLst/>
          </a:prstGeom>
        </p:spPr>
      </p:pic>
      <p:pic>
        <p:nvPicPr>
          <p:cNvPr id="188" name="object 188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251611" y="451197"/>
            <a:ext cx="99552" cy="99463"/>
          </a:xfrm>
          <a:prstGeom prst="rect">
            <a:avLst/>
          </a:prstGeom>
        </p:spPr>
      </p:pic>
      <p:pic>
        <p:nvPicPr>
          <p:cNvPr id="189" name="object 189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3497615" y="451197"/>
            <a:ext cx="99552" cy="99463"/>
          </a:xfrm>
          <a:prstGeom prst="rect">
            <a:avLst/>
          </a:prstGeom>
        </p:spPr>
      </p:pic>
      <p:pic>
        <p:nvPicPr>
          <p:cNvPr id="190" name="object 190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743363" y="451197"/>
            <a:ext cx="99552" cy="99463"/>
          </a:xfrm>
          <a:prstGeom prst="rect">
            <a:avLst/>
          </a:prstGeom>
        </p:spPr>
      </p:pic>
      <p:pic>
        <p:nvPicPr>
          <p:cNvPr id="191" name="object 191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3989367" y="451197"/>
            <a:ext cx="99552" cy="99463"/>
          </a:xfrm>
          <a:prstGeom prst="rect">
            <a:avLst/>
          </a:prstGeom>
        </p:spPr>
      </p:pic>
      <p:pic>
        <p:nvPicPr>
          <p:cNvPr id="192" name="object 192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3497615" y="209598"/>
            <a:ext cx="99552" cy="99463"/>
          </a:xfrm>
          <a:prstGeom prst="rect">
            <a:avLst/>
          </a:prstGeom>
        </p:spPr>
      </p:pic>
      <p:pic>
        <p:nvPicPr>
          <p:cNvPr id="193" name="object 193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3743363" y="209598"/>
            <a:ext cx="99552" cy="99463"/>
          </a:xfrm>
          <a:prstGeom prst="rect">
            <a:avLst/>
          </a:prstGeom>
        </p:spPr>
      </p:pic>
      <p:pic>
        <p:nvPicPr>
          <p:cNvPr id="194" name="object 194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3989367" y="209598"/>
            <a:ext cx="99552" cy="99463"/>
          </a:xfrm>
          <a:prstGeom prst="rect">
            <a:avLst/>
          </a:prstGeom>
        </p:spPr>
      </p:pic>
      <p:pic>
        <p:nvPicPr>
          <p:cNvPr id="195" name="object 195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3497615" y="0"/>
            <a:ext cx="99552" cy="67733"/>
          </a:xfrm>
          <a:prstGeom prst="rect">
            <a:avLst/>
          </a:prstGeom>
        </p:spPr>
      </p:pic>
      <p:pic>
        <p:nvPicPr>
          <p:cNvPr id="196" name="object 196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3743363" y="0"/>
            <a:ext cx="99552" cy="67733"/>
          </a:xfrm>
          <a:prstGeom prst="rect">
            <a:avLst/>
          </a:prstGeom>
        </p:spPr>
      </p:pic>
      <p:pic>
        <p:nvPicPr>
          <p:cNvPr id="197" name="object 197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3989367" y="0"/>
            <a:ext cx="98462" cy="67733"/>
          </a:xfrm>
          <a:prstGeom prst="rect">
            <a:avLst/>
          </a:prstGeom>
        </p:spPr>
      </p:pic>
      <p:grpSp>
        <p:nvGrpSpPr>
          <p:cNvPr id="198" name="object 198"/>
          <p:cNvGrpSpPr/>
          <p:nvPr/>
        </p:nvGrpSpPr>
        <p:grpSpPr>
          <a:xfrm>
            <a:off x="-31" y="0"/>
            <a:ext cx="3797300" cy="2528570"/>
            <a:chOff x="-31" y="0"/>
            <a:chExt cx="3797300" cy="2528570"/>
          </a:xfrm>
        </p:grpSpPr>
        <p:sp>
          <p:nvSpPr>
            <p:cNvPr id="199" name="object 199"/>
            <p:cNvSpPr/>
            <p:nvPr/>
          </p:nvSpPr>
          <p:spPr>
            <a:xfrm>
              <a:off x="0" y="0"/>
              <a:ext cx="3477260" cy="935355"/>
            </a:xfrm>
            <a:custGeom>
              <a:avLst/>
              <a:gdLst/>
              <a:ahLst/>
              <a:cxnLst/>
              <a:rect l="l" t="t" r="r" b="b"/>
              <a:pathLst>
                <a:path w="3477260" h="935355">
                  <a:moveTo>
                    <a:pt x="3477234" y="0"/>
                  </a:moveTo>
                  <a:lnTo>
                    <a:pt x="0" y="0"/>
                  </a:lnTo>
                  <a:lnTo>
                    <a:pt x="0" y="428129"/>
                  </a:lnTo>
                  <a:lnTo>
                    <a:pt x="0" y="533958"/>
                  </a:lnTo>
                  <a:lnTo>
                    <a:pt x="0" y="641146"/>
                  </a:lnTo>
                  <a:lnTo>
                    <a:pt x="3476104" y="934897"/>
                  </a:lnTo>
                  <a:lnTo>
                    <a:pt x="3476053" y="533958"/>
                  </a:lnTo>
                  <a:lnTo>
                    <a:pt x="3477234" y="533958"/>
                  </a:lnTo>
                  <a:lnTo>
                    <a:pt x="3477234" y="0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0" y="0"/>
              <a:ext cx="3797300" cy="614680"/>
            </a:xfrm>
            <a:custGeom>
              <a:avLst/>
              <a:gdLst/>
              <a:ahLst/>
              <a:cxnLst/>
              <a:rect l="l" t="t" r="r" b="b"/>
              <a:pathLst>
                <a:path w="3797300" h="614680">
                  <a:moveTo>
                    <a:pt x="3796779" y="614146"/>
                  </a:moveTo>
                  <a:lnTo>
                    <a:pt x="3796703" y="0"/>
                  </a:lnTo>
                  <a:lnTo>
                    <a:pt x="3796411" y="0"/>
                  </a:lnTo>
                  <a:lnTo>
                    <a:pt x="1535912" y="0"/>
                  </a:lnTo>
                  <a:lnTo>
                    <a:pt x="0" y="0"/>
                  </a:lnTo>
                  <a:lnTo>
                    <a:pt x="0" y="126631"/>
                  </a:lnTo>
                  <a:lnTo>
                    <a:pt x="0" y="213182"/>
                  </a:lnTo>
                  <a:lnTo>
                    <a:pt x="0" y="301129"/>
                  </a:lnTo>
                  <a:lnTo>
                    <a:pt x="3796779" y="614146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699442" y="32677"/>
              <a:ext cx="1262380" cy="2495550"/>
            </a:xfrm>
            <a:custGeom>
              <a:avLst/>
              <a:gdLst/>
              <a:ahLst/>
              <a:cxnLst/>
              <a:rect l="l" t="t" r="r" b="b"/>
              <a:pathLst>
                <a:path w="1262380" h="2495550">
                  <a:moveTo>
                    <a:pt x="1262180" y="43288"/>
                  </a:moveTo>
                  <a:lnTo>
                    <a:pt x="0" y="0"/>
                  </a:lnTo>
                  <a:lnTo>
                    <a:pt x="546247" y="2495470"/>
                  </a:lnTo>
                  <a:lnTo>
                    <a:pt x="1262180" y="43288"/>
                  </a:lnTo>
                  <a:close/>
                </a:path>
              </a:pathLst>
            </a:custGeom>
            <a:solidFill>
              <a:srgbClr val="12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-25" y="0"/>
              <a:ext cx="1198245" cy="2197100"/>
            </a:xfrm>
            <a:custGeom>
              <a:avLst/>
              <a:gdLst/>
              <a:ahLst/>
              <a:cxnLst/>
              <a:rect l="l" t="t" r="r" b="b"/>
              <a:pathLst>
                <a:path w="1198245" h="2197100">
                  <a:moveTo>
                    <a:pt x="1198003" y="12"/>
                  </a:moveTo>
                  <a:lnTo>
                    <a:pt x="1011389" y="12"/>
                  </a:lnTo>
                  <a:lnTo>
                    <a:pt x="826312" y="12"/>
                  </a:lnTo>
                  <a:lnTo>
                    <a:pt x="0" y="0"/>
                  </a:lnTo>
                  <a:lnTo>
                    <a:pt x="25" y="2164473"/>
                  </a:lnTo>
                  <a:lnTo>
                    <a:pt x="936053" y="2196604"/>
                  </a:lnTo>
                  <a:lnTo>
                    <a:pt x="936142" y="2193912"/>
                  </a:lnTo>
                  <a:lnTo>
                    <a:pt x="936282" y="2196617"/>
                  </a:lnTo>
                  <a:lnTo>
                    <a:pt x="1198003" y="12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-25" y="0"/>
              <a:ext cx="1541780" cy="2526665"/>
            </a:xfrm>
            <a:custGeom>
              <a:avLst/>
              <a:gdLst/>
              <a:ahLst/>
              <a:cxnLst/>
              <a:rect l="l" t="t" r="r" b="b"/>
              <a:pathLst>
                <a:path w="1541780" h="2526665">
                  <a:moveTo>
                    <a:pt x="1541703" y="12"/>
                  </a:moveTo>
                  <a:lnTo>
                    <a:pt x="1332357" y="12"/>
                  </a:lnTo>
                  <a:lnTo>
                    <a:pt x="1124610" y="12"/>
                  </a:lnTo>
                  <a:lnTo>
                    <a:pt x="0" y="0"/>
                  </a:lnTo>
                  <a:lnTo>
                    <a:pt x="25" y="2483853"/>
                  </a:lnTo>
                  <a:lnTo>
                    <a:pt x="1245704" y="2526601"/>
                  </a:lnTo>
                  <a:lnTo>
                    <a:pt x="1245781" y="2524150"/>
                  </a:lnTo>
                  <a:lnTo>
                    <a:pt x="1245908" y="2526614"/>
                  </a:lnTo>
                  <a:lnTo>
                    <a:pt x="1541703" y="12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7984683" y="5497799"/>
            <a:ext cx="2319020" cy="1101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50" spc="195" dirty="0">
                <a:latin typeface="Tahoma" panose="020B0604030504040204"/>
                <a:cs typeface="Tahoma" panose="020B0604030504040204"/>
              </a:rPr>
              <a:t>part-</a:t>
            </a:r>
            <a:r>
              <a:rPr sz="7050" spc="-2014" dirty="0">
                <a:latin typeface="Tahoma" panose="020B0604030504040204"/>
                <a:cs typeface="Tahoma" panose="020B0604030504040204"/>
              </a:rPr>
              <a:t>1</a:t>
            </a:r>
            <a:endParaRPr sz="70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5" name="object 205"/>
          <p:cNvSpPr txBox="1">
            <a:spLocks noGrp="1"/>
          </p:cNvSpPr>
          <p:nvPr>
            <p:ph type="title"/>
          </p:nvPr>
        </p:nvSpPr>
        <p:spPr>
          <a:xfrm>
            <a:off x="4409324" y="3594861"/>
            <a:ext cx="9469755" cy="1261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100" b="1" spc="-80" dirty="0">
                <a:latin typeface="Trebuchet MS" panose="020B0603020202020204"/>
                <a:cs typeface="Trebuchet MS" panose="020B0603020202020204"/>
              </a:rPr>
              <a:t>APPLICATION</a:t>
            </a:r>
            <a:r>
              <a:rPr sz="8100" b="1" spc="-4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8100" b="1" spc="-120" dirty="0">
                <a:latin typeface="Trebuchet MS" panose="020B0603020202020204"/>
                <a:cs typeface="Trebuchet MS" panose="020B0603020202020204"/>
              </a:rPr>
              <a:t>LAYER</a:t>
            </a:r>
            <a:endParaRPr sz="81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8499041" y="7250551"/>
            <a:ext cx="1290320" cy="835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300" spc="45" dirty="0">
                <a:latin typeface="Tahoma" panose="020B0604030504040204"/>
                <a:cs typeface="Tahoma" panose="020B0604030504040204"/>
              </a:rPr>
              <a:t>CNS</a:t>
            </a:r>
            <a:endParaRPr sz="53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5757836" y="7750245"/>
            <a:ext cx="2362835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03655" algn="l"/>
              </a:tabLst>
            </a:pPr>
            <a:r>
              <a:rPr sz="2650" spc="-10" dirty="0">
                <a:latin typeface="Lucida Sans Unicode" panose="020B0602030504020204"/>
                <a:cs typeface="Lucida Sans Unicode" panose="020B0602030504020204"/>
              </a:rPr>
              <a:t>Bikram</a:t>
            </a:r>
            <a:r>
              <a:rPr sz="265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650" spc="-20" dirty="0">
                <a:latin typeface="Lucida Sans Unicode" panose="020B0602030504020204"/>
                <a:cs typeface="Lucida Sans Unicode" panose="020B0602030504020204"/>
              </a:rPr>
              <a:t>Ghosh</a:t>
            </a:r>
            <a:endParaRPr sz="2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8015267" y="923944"/>
            <a:ext cx="18205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Tahoma" panose="020B0604030504040204"/>
                <a:cs typeface="Tahoma" panose="020B0604030504040204"/>
              </a:rPr>
              <a:t>Unit</a:t>
            </a:r>
            <a:r>
              <a:rPr sz="4400" spc="-275" dirty="0">
                <a:latin typeface="Tahoma" panose="020B0604030504040204"/>
                <a:cs typeface="Tahoma" panose="020B0604030504040204"/>
              </a:rPr>
              <a:t> </a:t>
            </a:r>
            <a:r>
              <a:rPr sz="4400" spc="350" dirty="0">
                <a:latin typeface="Tahoma" panose="020B0604030504040204"/>
                <a:cs typeface="Tahoma" panose="020B0604030504040204"/>
              </a:rPr>
              <a:t>-</a:t>
            </a:r>
            <a:r>
              <a:rPr sz="4400" spc="-275" dirty="0">
                <a:latin typeface="Tahoma" panose="020B0604030504040204"/>
                <a:cs typeface="Tahoma" panose="020B0604030504040204"/>
              </a:rPr>
              <a:t> </a:t>
            </a:r>
            <a:r>
              <a:rPr sz="4400" spc="-325" dirty="0">
                <a:latin typeface="Tahoma" panose="020B0604030504040204"/>
                <a:cs typeface="Tahoma" panose="020B0604030504040204"/>
              </a:rPr>
              <a:t>5</a:t>
            </a:r>
            <a:endParaRPr sz="4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63042" y="1155294"/>
            <a:ext cx="6579596" cy="46839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960" y="1544885"/>
            <a:ext cx="8659462" cy="41949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5729" y="7308365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5729" y="7870340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5729" y="8432315"/>
            <a:ext cx="142875" cy="1428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0129" y="5887778"/>
            <a:ext cx="16882745" cy="398208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3900" spc="-114" dirty="0">
                <a:latin typeface="Arial Black" panose="020B0A04020102020204"/>
                <a:cs typeface="Arial Black" panose="020B0A04020102020204"/>
              </a:rPr>
              <a:t>Introduction:</a:t>
            </a:r>
            <a:endParaRPr sz="3900">
              <a:latin typeface="Arial Black" panose="020B0A04020102020204"/>
              <a:cs typeface="Arial Black" panose="020B0A04020102020204"/>
            </a:endParaRPr>
          </a:p>
          <a:p>
            <a:pPr marL="702945" marR="5080">
              <a:lnSpc>
                <a:spcPct val="115000"/>
              </a:lnSpc>
              <a:spcBef>
                <a:spcPts val="1645"/>
              </a:spcBef>
            </a:pPr>
            <a:r>
              <a:rPr sz="3200" spc="65" dirty="0">
                <a:latin typeface="Lucida Sans Unicode" panose="020B0602030504020204"/>
                <a:cs typeface="Lucida Sans Unicode" panose="020B0602030504020204"/>
              </a:rPr>
              <a:t>It</a:t>
            </a:r>
            <a:r>
              <a:rPr sz="32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7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32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2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layer</a:t>
            </a:r>
            <a:r>
              <a:rPr sz="32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where</a:t>
            </a:r>
            <a:r>
              <a:rPr sz="32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25" dirty="0">
                <a:latin typeface="Lucida Sans Unicode" panose="020B0602030504020204"/>
                <a:cs typeface="Lucida Sans Unicode" panose="020B0602030504020204"/>
              </a:rPr>
              <a:t>users</a:t>
            </a:r>
            <a:r>
              <a:rPr sz="32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directly</a:t>
            </a:r>
            <a:r>
              <a:rPr sz="32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interact</a:t>
            </a:r>
            <a:r>
              <a:rPr sz="32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with</a:t>
            </a:r>
            <a:r>
              <a:rPr sz="32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2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25" dirty="0">
                <a:latin typeface="Lucida Sans Unicode" panose="020B0602030504020204"/>
                <a:cs typeface="Lucida Sans Unicode" panose="020B0602030504020204"/>
              </a:rPr>
              <a:t>network</a:t>
            </a:r>
            <a:r>
              <a:rPr sz="32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45" dirty="0">
                <a:latin typeface="Lucida Sans Unicode" panose="020B0602030504020204"/>
                <a:cs typeface="Lucida Sans Unicode" panose="020B0602030504020204"/>
              </a:rPr>
              <a:t>through</a:t>
            </a:r>
            <a:r>
              <a:rPr sz="32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10" dirty="0">
                <a:latin typeface="Lucida Sans Unicode" panose="020B0602030504020204"/>
                <a:cs typeface="Lucida Sans Unicode" panose="020B0602030504020204"/>
              </a:rPr>
              <a:t>applications. </a:t>
            </a:r>
            <a:r>
              <a:rPr sz="3200" spc="-6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2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Application</a:t>
            </a:r>
            <a:r>
              <a:rPr sz="32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Layer</a:t>
            </a:r>
            <a:r>
              <a:rPr sz="32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7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32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2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topmost</a:t>
            </a:r>
            <a:r>
              <a:rPr sz="32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layer</a:t>
            </a:r>
            <a:r>
              <a:rPr sz="32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of</a:t>
            </a:r>
            <a:r>
              <a:rPr sz="32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2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80" dirty="0">
                <a:latin typeface="Lucida Sans Unicode" panose="020B0602030504020204"/>
                <a:cs typeface="Lucida Sans Unicode" panose="020B0602030504020204"/>
              </a:rPr>
              <a:t>OSI</a:t>
            </a:r>
            <a:r>
              <a:rPr sz="32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model</a:t>
            </a:r>
            <a:r>
              <a:rPr sz="32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2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2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45" dirty="0">
                <a:latin typeface="Lucida Sans Unicode" panose="020B0602030504020204"/>
                <a:cs typeface="Lucida Sans Unicode" panose="020B0602030504020204"/>
              </a:rPr>
              <a:t>TCP/IP</a:t>
            </a:r>
            <a:r>
              <a:rPr sz="32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model</a:t>
            </a:r>
            <a:r>
              <a:rPr sz="32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50" dirty="0">
                <a:latin typeface="Lucida Sans Unicode" panose="020B0602030504020204"/>
                <a:cs typeface="Lucida Sans Unicode" panose="020B0602030504020204"/>
              </a:rPr>
              <a:t>. </a:t>
            </a:r>
            <a:r>
              <a:rPr sz="3200" spc="65" dirty="0">
                <a:latin typeface="Lucida Sans Unicode" panose="020B0602030504020204"/>
                <a:cs typeface="Lucida Sans Unicode" panose="020B0602030504020204"/>
              </a:rPr>
              <a:t>It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provides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services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90" dirty="0">
                <a:latin typeface="Lucida Sans Unicode" panose="020B0602030504020204"/>
                <a:cs typeface="Lucida Sans Unicode" panose="020B0602030504020204"/>
              </a:rPr>
              <a:t>like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web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60" dirty="0">
                <a:latin typeface="Lucida Sans Unicode" panose="020B0602030504020204"/>
                <a:cs typeface="Lucida Sans Unicode" panose="020B0602030504020204"/>
              </a:rPr>
              <a:t>browsing,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30" dirty="0">
                <a:latin typeface="Lucida Sans Unicode" panose="020B0602030504020204"/>
                <a:cs typeface="Lucida Sans Unicode" panose="020B0602030504020204"/>
              </a:rPr>
              <a:t>email,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file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transfer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65" dirty="0">
                <a:latin typeface="Lucida Sans Unicode" panose="020B0602030504020204"/>
                <a:cs typeface="Lucida Sans Unicode" panose="020B0602030504020204"/>
              </a:rPr>
              <a:t>by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90" dirty="0">
                <a:latin typeface="Lucida Sans Unicode" panose="020B0602030504020204"/>
                <a:cs typeface="Lucida Sans Unicode" panose="020B0602030504020204"/>
              </a:rPr>
              <a:t>using</a:t>
            </a:r>
            <a:r>
              <a:rPr sz="32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10" dirty="0">
                <a:latin typeface="Lucida Sans Unicode" panose="020B0602030504020204"/>
                <a:cs typeface="Lucida Sans Unicode" panose="020B0602030504020204"/>
              </a:rPr>
              <a:t>protocols </a:t>
            </a:r>
            <a:r>
              <a:rPr sz="3200" spc="-130" dirty="0">
                <a:latin typeface="Lucida Sans Unicode" panose="020B0602030504020204"/>
                <a:cs typeface="Lucida Sans Unicode" panose="020B0602030504020204"/>
              </a:rPr>
              <a:t>(e.g.,</a:t>
            </a:r>
            <a:r>
              <a:rPr sz="32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125" dirty="0">
                <a:latin typeface="Lucida Sans Unicode" panose="020B0602030504020204"/>
                <a:cs typeface="Lucida Sans Unicode" panose="020B0602030504020204"/>
              </a:rPr>
              <a:t>HTTP,</a:t>
            </a:r>
            <a:r>
              <a:rPr sz="32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105" dirty="0">
                <a:latin typeface="Lucida Sans Unicode" panose="020B0602030504020204"/>
                <a:cs typeface="Lucida Sans Unicode" panose="020B0602030504020204"/>
              </a:rPr>
              <a:t>FTP,</a:t>
            </a:r>
            <a:r>
              <a:rPr sz="32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35" dirty="0">
                <a:latin typeface="Lucida Sans Unicode" panose="020B0602030504020204"/>
                <a:cs typeface="Lucida Sans Unicode" panose="020B0602030504020204"/>
              </a:rPr>
              <a:t>SMTP,</a:t>
            </a:r>
            <a:r>
              <a:rPr sz="32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75" dirty="0">
                <a:latin typeface="Lucida Sans Unicode" panose="020B0602030504020204"/>
                <a:cs typeface="Lucida Sans Unicode" panose="020B0602030504020204"/>
              </a:rPr>
              <a:t>DNS)</a:t>
            </a:r>
            <a:r>
              <a:rPr sz="32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that</a:t>
            </a:r>
            <a:r>
              <a:rPr sz="32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allow</a:t>
            </a:r>
            <a:r>
              <a:rPr sz="32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software</a:t>
            </a:r>
            <a:r>
              <a:rPr sz="32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applications</a:t>
            </a:r>
            <a:r>
              <a:rPr sz="32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2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10" dirty="0">
                <a:latin typeface="Lucida Sans Unicode" panose="020B0602030504020204"/>
                <a:cs typeface="Lucida Sans Unicode" panose="020B0602030504020204"/>
              </a:rPr>
              <a:t>communicate</a:t>
            </a:r>
            <a:endParaRPr sz="3200">
              <a:latin typeface="Lucida Sans Unicode" panose="020B0602030504020204"/>
              <a:cs typeface="Lucida Sans Unicode" panose="020B0602030504020204"/>
            </a:endParaRPr>
          </a:p>
          <a:p>
            <a:pPr marL="709930">
              <a:lnSpc>
                <a:spcPct val="100000"/>
              </a:lnSpc>
              <a:spcBef>
                <a:spcPts val="585"/>
              </a:spcBef>
              <a:tabLst>
                <a:tab pos="2924810" algn="l"/>
              </a:tabLst>
            </a:pPr>
            <a:r>
              <a:rPr sz="32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2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10" dirty="0">
                <a:latin typeface="Lucida Sans Unicode" panose="020B0602030504020204"/>
                <a:cs typeface="Lucida Sans Unicode" panose="020B0602030504020204"/>
              </a:rPr>
              <a:t>share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	data</a:t>
            </a:r>
            <a:r>
              <a:rPr sz="32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over</a:t>
            </a:r>
            <a:r>
              <a:rPr sz="3200" spc="-1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200" spc="-1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200" spc="-10" dirty="0">
                <a:latin typeface="Lucida Sans Unicode" panose="020B0602030504020204"/>
                <a:cs typeface="Lucida Sans Unicode" panose="020B0602030504020204"/>
              </a:rPr>
              <a:t>Internet.</a:t>
            </a:r>
            <a:endParaRPr sz="32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973957" y="948845"/>
            <a:ext cx="10344149" cy="57073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64180" y="7858746"/>
            <a:ext cx="7270115" cy="1397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600" spc="75" dirty="0">
                <a:latin typeface="Lucida Sans Unicode" panose="020B0602030504020204"/>
                <a:cs typeface="Lucida Sans Unicode" panose="020B0602030504020204"/>
              </a:rPr>
              <a:t>DNS</a:t>
            </a:r>
            <a:r>
              <a:rPr sz="26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73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26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5" dirty="0">
                <a:latin typeface="Lucida Sans Unicode" panose="020B0602030504020204"/>
                <a:cs typeface="Lucida Sans Unicode" panose="020B0602030504020204"/>
              </a:rPr>
              <a:t>Domain</a:t>
            </a:r>
            <a:r>
              <a:rPr sz="26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0" dirty="0">
                <a:latin typeface="Lucida Sans Unicode" panose="020B0602030504020204"/>
                <a:cs typeface="Lucida Sans Unicode" panose="020B0602030504020204"/>
              </a:rPr>
              <a:t>name</a:t>
            </a:r>
            <a:r>
              <a:rPr sz="26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resolution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12700" marR="5080">
              <a:lnSpc>
                <a:spcPct val="115000"/>
              </a:lnSpc>
            </a:pPr>
            <a:r>
              <a:rPr sz="2600" spc="75" dirty="0">
                <a:latin typeface="Lucida Sans Unicode" panose="020B0602030504020204"/>
                <a:cs typeface="Lucida Sans Unicode" panose="020B0602030504020204"/>
              </a:rPr>
              <a:t>DHCP</a:t>
            </a:r>
            <a:r>
              <a:rPr sz="26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90" dirty="0">
                <a:latin typeface="Lucida Sans Unicode" panose="020B0602030504020204"/>
                <a:cs typeface="Lucida Sans Unicode" panose="020B0602030504020204"/>
              </a:rPr>
              <a:t>→Dynamic</a:t>
            </a:r>
            <a:r>
              <a:rPr sz="26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Host</a:t>
            </a:r>
            <a:r>
              <a:rPr sz="26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30" dirty="0">
                <a:latin typeface="Lucida Sans Unicode" panose="020B0602030504020204"/>
                <a:cs typeface="Lucida Sans Unicode" panose="020B0602030504020204"/>
              </a:rPr>
              <a:t>Configuration</a:t>
            </a:r>
            <a:r>
              <a:rPr sz="26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Protocol </a:t>
            </a: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MIME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525" dirty="0">
                <a:latin typeface="Lucida Sans Unicode" panose="020B0602030504020204"/>
                <a:cs typeface="Lucida Sans Unicode" panose="020B0602030504020204"/>
              </a:rPr>
              <a:t>-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Multipurpose</a:t>
            </a:r>
            <a:r>
              <a:rPr sz="26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Internet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Mail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Extensions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47595" y="6813419"/>
            <a:ext cx="875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Lucida Sans Unicode" panose="020B0602030504020204"/>
                <a:cs typeface="Lucida Sans Unicode" panose="020B0602030504020204"/>
              </a:rPr>
              <a:t>/SFTP</a:t>
            </a:r>
            <a:endParaRPr sz="24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69566" y="6729599"/>
            <a:ext cx="972185" cy="8636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520"/>
              </a:spcBef>
            </a:pPr>
            <a:r>
              <a:rPr sz="2400" spc="-10" dirty="0">
                <a:latin typeface="Lucida Sans Unicode" panose="020B0602030504020204"/>
                <a:cs typeface="Lucida Sans Unicode" panose="020B0602030504020204"/>
              </a:rPr>
              <a:t>/IMAP</a:t>
            </a:r>
            <a:endParaRPr sz="24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spc="-10" dirty="0">
                <a:latin typeface="Lucida Sans Unicode" panose="020B0602030504020204"/>
                <a:cs typeface="Lucida Sans Unicode" panose="020B0602030504020204"/>
              </a:rPr>
              <a:t>/POP3</a:t>
            </a:r>
            <a:endParaRPr sz="24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2115800" y="1104900"/>
            <a:ext cx="22098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4114800" y="5981700"/>
            <a:ext cx="2209800" cy="674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2236" y="257292"/>
            <a:ext cx="83712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Overview</a:t>
            </a:r>
            <a:r>
              <a:rPr spc="-400" dirty="0"/>
              <a:t> </a:t>
            </a:r>
            <a:r>
              <a:rPr spc="-110" dirty="0"/>
              <a:t>of</a:t>
            </a:r>
            <a:r>
              <a:rPr spc="-395" dirty="0"/>
              <a:t> </a:t>
            </a:r>
            <a:r>
              <a:rPr spc="-240" dirty="0"/>
              <a:t>Application</a:t>
            </a:r>
            <a:r>
              <a:rPr spc="-400" dirty="0"/>
              <a:t> </a:t>
            </a:r>
            <a:r>
              <a:rPr spc="-295" dirty="0"/>
              <a:t>Layer</a:t>
            </a:r>
            <a:r>
              <a:rPr spc="-395" dirty="0"/>
              <a:t> </a:t>
            </a:r>
            <a:r>
              <a:rPr spc="-265" dirty="0"/>
              <a:t>Protocols:</a:t>
            </a:r>
            <a:endParaRPr spc="-26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52612" y="1799907"/>
            <a:ext cx="123825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2612" y="2257107"/>
            <a:ext cx="123825" cy="12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12" y="3171507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2612" y="4085907"/>
            <a:ext cx="123825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2612" y="5000307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2612" y="5914707"/>
            <a:ext cx="123825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2612" y="6829107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52612" y="7743507"/>
            <a:ext cx="123825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52612" y="8657907"/>
            <a:ext cx="123825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52612" y="9572307"/>
            <a:ext cx="123825" cy="1238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45046" y="1115047"/>
            <a:ext cx="12696825" cy="871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170" marR="4029075" indent="-327025">
              <a:lnSpc>
                <a:spcPct val="115000"/>
              </a:lnSpc>
              <a:spcBef>
                <a:spcPts val="100"/>
              </a:spcBef>
              <a:buAutoNum type="arabicPeriod"/>
              <a:tabLst>
                <a:tab pos="905510" algn="l"/>
              </a:tabLst>
            </a:pP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HTTP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370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HTTPS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(Hypertext</a:t>
            </a:r>
            <a:r>
              <a:rPr sz="26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45" dirty="0">
                <a:latin typeface="Lucida Sans Unicode" panose="020B0602030504020204"/>
                <a:cs typeface="Lucida Sans Unicode" panose="020B0602030504020204"/>
              </a:rPr>
              <a:t>Transfer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Protocol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370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26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Secure)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Used</a:t>
            </a:r>
            <a:r>
              <a:rPr sz="26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26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40" dirty="0">
                <a:latin typeface="Lucida Sans Unicode" panose="020B0602030504020204"/>
                <a:cs typeface="Lucida Sans Unicode" panose="020B0602030504020204"/>
              </a:rPr>
              <a:t>browsing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websites.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906145">
              <a:lnSpc>
                <a:spcPct val="100000"/>
              </a:lnSpc>
              <a:spcBef>
                <a:spcPts val="480"/>
              </a:spcBef>
            </a:pPr>
            <a:r>
              <a:rPr sz="2600" dirty="0">
                <a:latin typeface="Lucida Sans Unicode" panose="020B0602030504020204"/>
                <a:cs typeface="Lucida Sans Unicode" panose="020B0602030504020204"/>
              </a:rPr>
              <a:t>HTTPS</a:t>
            </a:r>
            <a:r>
              <a:rPr sz="2600" spc="-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adds</a:t>
            </a:r>
            <a:r>
              <a:rPr sz="2600" spc="-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encryption</a:t>
            </a:r>
            <a:r>
              <a:rPr sz="2600" spc="-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2600" spc="-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security.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344170" indent="-327025">
              <a:lnSpc>
                <a:spcPct val="100000"/>
              </a:lnSpc>
              <a:spcBef>
                <a:spcPts val="480"/>
              </a:spcBef>
              <a:buAutoNum type="arabicPeriod" startAt="2"/>
              <a:tabLst>
                <a:tab pos="344170" algn="l"/>
              </a:tabLst>
            </a:pPr>
            <a:r>
              <a:rPr sz="2600" spc="75" dirty="0">
                <a:latin typeface="Lucida Sans Unicode" panose="020B0602030504020204"/>
                <a:cs typeface="Lucida Sans Unicode" panose="020B0602030504020204"/>
              </a:rPr>
              <a:t>DNS</a:t>
            </a:r>
            <a:r>
              <a:rPr sz="26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5" dirty="0">
                <a:latin typeface="Lucida Sans Unicode" panose="020B0602030504020204"/>
                <a:cs typeface="Lucida Sans Unicode" panose="020B0602030504020204"/>
              </a:rPr>
              <a:t>(Domain</a:t>
            </a:r>
            <a:r>
              <a:rPr sz="26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Name</a:t>
            </a:r>
            <a:r>
              <a:rPr sz="26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System)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906145">
              <a:lnSpc>
                <a:spcPct val="100000"/>
              </a:lnSpc>
              <a:spcBef>
                <a:spcPts val="480"/>
              </a:spcBef>
            </a:pPr>
            <a:r>
              <a:rPr sz="2600" dirty="0">
                <a:latin typeface="Lucida Sans Unicode" panose="020B0602030504020204"/>
                <a:cs typeface="Lucida Sans Unicode" panose="020B0602030504020204"/>
              </a:rPr>
              <a:t>Converts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5" dirty="0">
                <a:latin typeface="Lucida Sans Unicode" panose="020B0602030504020204"/>
                <a:cs typeface="Lucida Sans Unicode" panose="020B0602030504020204"/>
              </a:rPr>
              <a:t>domain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5" dirty="0">
                <a:latin typeface="Lucida Sans Unicode" panose="020B0602030504020204"/>
                <a:cs typeface="Lucida Sans Unicode" panose="020B0602030504020204"/>
              </a:rPr>
              <a:t>names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14" dirty="0">
                <a:latin typeface="Lucida Sans Unicode" panose="020B0602030504020204"/>
                <a:cs typeface="Lucida Sans Unicode" panose="020B0602030504020204"/>
              </a:rPr>
              <a:t>(e.g.,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60" dirty="0">
                <a:latin typeface="Lucida Sans Unicode" panose="020B0602030504020204"/>
                <a:cs typeface="Lucida Sans Unicode" panose="020B0602030504020204"/>
                <a:hlinkClick r:id="rId11"/>
              </a:rPr>
              <a:t>www.google.com)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into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IP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addresses.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344170" indent="-327025">
              <a:lnSpc>
                <a:spcPct val="100000"/>
              </a:lnSpc>
              <a:spcBef>
                <a:spcPts val="480"/>
              </a:spcBef>
              <a:buAutoNum type="arabicPeriod" startAt="3"/>
              <a:tabLst>
                <a:tab pos="344170" algn="l"/>
              </a:tabLst>
            </a:pPr>
            <a:r>
              <a:rPr sz="2600" spc="75" dirty="0">
                <a:latin typeface="Lucida Sans Unicode" panose="020B0602030504020204"/>
                <a:cs typeface="Lucida Sans Unicode" panose="020B0602030504020204"/>
              </a:rPr>
              <a:t>DHCP</a:t>
            </a:r>
            <a:r>
              <a:rPr sz="26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(Dynamic</a:t>
            </a:r>
            <a:r>
              <a:rPr sz="26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Host</a:t>
            </a:r>
            <a:r>
              <a:rPr sz="26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30" dirty="0">
                <a:latin typeface="Lucida Sans Unicode" panose="020B0602030504020204"/>
                <a:cs typeface="Lucida Sans Unicode" panose="020B0602030504020204"/>
              </a:rPr>
              <a:t>Configuration</a:t>
            </a:r>
            <a:r>
              <a:rPr sz="26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Protocol)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906145">
              <a:lnSpc>
                <a:spcPct val="100000"/>
              </a:lnSpc>
              <a:spcBef>
                <a:spcPts val="480"/>
              </a:spcBef>
            </a:pPr>
            <a:r>
              <a:rPr sz="2600" dirty="0">
                <a:latin typeface="Lucida Sans Unicode" panose="020B0602030504020204"/>
                <a:cs typeface="Lucida Sans Unicode" panose="020B0602030504020204"/>
              </a:rPr>
              <a:t>Automatically</a:t>
            </a:r>
            <a:r>
              <a:rPr sz="26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65" dirty="0">
                <a:latin typeface="Lucida Sans Unicode" panose="020B0602030504020204"/>
                <a:cs typeface="Lucida Sans Unicode" panose="020B0602030504020204"/>
              </a:rPr>
              <a:t>assigns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IP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addresses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0" dirty="0">
                <a:latin typeface="Lucida Sans Unicode" panose="020B0602030504020204"/>
                <a:cs typeface="Lucida Sans Unicode" panose="020B0602030504020204"/>
              </a:rPr>
              <a:t>network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5" dirty="0">
                <a:latin typeface="Lucida Sans Unicode" panose="020B0602030504020204"/>
                <a:cs typeface="Lucida Sans Unicode" panose="020B0602030504020204"/>
              </a:rPr>
              <a:t>configurations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devices.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344170" marR="6456045" indent="-327025">
              <a:lnSpc>
                <a:spcPct val="115000"/>
              </a:lnSpc>
              <a:buAutoNum type="arabicPeriod" startAt="4"/>
              <a:tabLst>
                <a:tab pos="905510" algn="l"/>
              </a:tabLst>
            </a:pPr>
            <a:r>
              <a:rPr sz="2600" spc="90" dirty="0">
                <a:latin typeface="Lucida Sans Unicode" panose="020B0602030504020204"/>
                <a:cs typeface="Lucida Sans Unicode" panose="020B0602030504020204"/>
              </a:rPr>
              <a:t>SMTP</a:t>
            </a:r>
            <a:r>
              <a:rPr sz="26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(Simple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Mail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45" dirty="0">
                <a:latin typeface="Lucida Sans Unicode" panose="020B0602030504020204"/>
                <a:cs typeface="Lucida Sans Unicode" panose="020B0602030504020204"/>
              </a:rPr>
              <a:t>Transfer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Protocol)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Used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45" dirty="0">
                <a:latin typeface="Lucida Sans Unicode" panose="020B0602030504020204"/>
                <a:cs typeface="Lucida Sans Unicode" panose="020B0602030504020204"/>
              </a:rPr>
              <a:t>sending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emails.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344805" indent="-327025">
              <a:lnSpc>
                <a:spcPct val="100000"/>
              </a:lnSpc>
              <a:spcBef>
                <a:spcPts val="480"/>
              </a:spcBef>
              <a:buAutoNum type="arabicPeriod" startAt="4"/>
              <a:tabLst>
                <a:tab pos="344805" algn="l"/>
              </a:tabLst>
            </a:pPr>
            <a:r>
              <a:rPr sz="2600" spc="70" dirty="0">
                <a:latin typeface="Lucida Sans Unicode" panose="020B0602030504020204"/>
                <a:cs typeface="Lucida Sans Unicode" panose="020B0602030504020204"/>
              </a:rPr>
              <a:t>IMAP</a:t>
            </a:r>
            <a:r>
              <a:rPr sz="26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370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26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60" dirty="0">
                <a:latin typeface="Lucida Sans Unicode" panose="020B0602030504020204"/>
                <a:cs typeface="Lucida Sans Unicode" panose="020B0602030504020204"/>
              </a:rPr>
              <a:t>POP3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906145">
              <a:lnSpc>
                <a:spcPct val="100000"/>
              </a:lnSpc>
              <a:spcBef>
                <a:spcPts val="480"/>
              </a:spcBef>
            </a:pPr>
            <a:r>
              <a:rPr sz="2600" dirty="0">
                <a:latin typeface="Lucida Sans Unicode" panose="020B0602030504020204"/>
                <a:cs typeface="Lucida Sans Unicode" panose="020B0602030504020204"/>
              </a:rPr>
              <a:t>Used</a:t>
            </a:r>
            <a:r>
              <a:rPr sz="26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0" dirty="0">
                <a:latin typeface="Lucida Sans Unicode" panose="020B0602030504020204"/>
                <a:cs typeface="Lucida Sans Unicode" panose="020B0602030504020204"/>
              </a:rPr>
              <a:t>retrieving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30" dirty="0">
                <a:latin typeface="Lucida Sans Unicode" panose="020B0602030504020204"/>
                <a:cs typeface="Lucida Sans Unicode" panose="020B0602030504020204"/>
              </a:rPr>
              <a:t>emails</a:t>
            </a:r>
            <a:r>
              <a:rPr sz="26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from</a:t>
            </a:r>
            <a:r>
              <a:rPr sz="26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servers.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344805" indent="-332105">
              <a:lnSpc>
                <a:spcPct val="100000"/>
              </a:lnSpc>
              <a:spcBef>
                <a:spcPts val="480"/>
              </a:spcBef>
              <a:buAutoNum type="arabicPeriod" startAt="6"/>
              <a:tabLst>
                <a:tab pos="344805" algn="l"/>
              </a:tabLst>
            </a:pPr>
            <a:r>
              <a:rPr sz="2600" spc="50" dirty="0">
                <a:latin typeface="Lucida Sans Unicode" panose="020B0602030504020204"/>
                <a:cs typeface="Lucida Sans Unicode" panose="020B0602030504020204"/>
              </a:rPr>
              <a:t>FTP</a:t>
            </a:r>
            <a:r>
              <a:rPr sz="26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(File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45" dirty="0">
                <a:latin typeface="Lucida Sans Unicode" panose="020B0602030504020204"/>
                <a:cs typeface="Lucida Sans Unicode" panose="020B0602030504020204"/>
              </a:rPr>
              <a:t>Transfer</a:t>
            </a:r>
            <a:r>
              <a:rPr sz="26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Protocol)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370" dirty="0">
                <a:latin typeface="Lucida Sans Unicode" panose="020B0602030504020204"/>
                <a:cs typeface="Lucida Sans Unicode" panose="020B0602030504020204"/>
              </a:rPr>
              <a:t>/</a:t>
            </a:r>
            <a:r>
              <a:rPr sz="26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60" dirty="0">
                <a:latin typeface="Lucida Sans Unicode" panose="020B0602030504020204"/>
                <a:cs typeface="Lucida Sans Unicode" panose="020B0602030504020204"/>
              </a:rPr>
              <a:t>SFTP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906145">
              <a:lnSpc>
                <a:spcPct val="100000"/>
              </a:lnSpc>
              <a:spcBef>
                <a:spcPts val="480"/>
              </a:spcBef>
            </a:pPr>
            <a:r>
              <a:rPr sz="2600" dirty="0">
                <a:latin typeface="Lucida Sans Unicode" panose="020B0602030504020204"/>
                <a:cs typeface="Lucida Sans Unicode" panose="020B0602030504020204"/>
              </a:rPr>
              <a:t>Used</a:t>
            </a:r>
            <a:r>
              <a:rPr sz="26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upload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download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files</a:t>
            </a:r>
            <a:r>
              <a:rPr sz="26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between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client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server.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344805" indent="-327025">
              <a:lnSpc>
                <a:spcPct val="100000"/>
              </a:lnSpc>
              <a:spcBef>
                <a:spcPts val="480"/>
              </a:spcBef>
              <a:buAutoNum type="arabicPeriod" startAt="7"/>
              <a:tabLst>
                <a:tab pos="344805" algn="l"/>
              </a:tabLst>
            </a:pP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MIME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(Multipurpose</a:t>
            </a:r>
            <a:r>
              <a:rPr sz="26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Internet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Mail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Extensions)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906145">
              <a:lnSpc>
                <a:spcPct val="100000"/>
              </a:lnSpc>
              <a:spcBef>
                <a:spcPts val="480"/>
              </a:spcBef>
            </a:pPr>
            <a:r>
              <a:rPr sz="2600" spc="-20" dirty="0">
                <a:latin typeface="Lucida Sans Unicode" panose="020B0602030504020204"/>
                <a:cs typeface="Lucida Sans Unicode" panose="020B0602030504020204"/>
              </a:rPr>
              <a:t>Allows</a:t>
            </a:r>
            <a:r>
              <a:rPr sz="26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30" dirty="0">
                <a:latin typeface="Lucida Sans Unicode" panose="020B0602030504020204"/>
                <a:cs typeface="Lucida Sans Unicode" panose="020B0602030504020204"/>
              </a:rPr>
              <a:t>emails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include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80" dirty="0">
                <a:latin typeface="Lucida Sans Unicode" panose="020B0602030504020204"/>
                <a:cs typeface="Lucida Sans Unicode" panose="020B0602030504020204"/>
              </a:rPr>
              <a:t>images,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50" dirty="0">
                <a:latin typeface="Lucida Sans Unicode" panose="020B0602030504020204"/>
                <a:cs typeface="Lucida Sans Unicode" panose="020B0602030504020204"/>
              </a:rPr>
              <a:t>audio,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0" dirty="0">
                <a:latin typeface="Lucida Sans Unicode" panose="020B0602030504020204"/>
                <a:cs typeface="Lucida Sans Unicode" panose="020B0602030504020204"/>
              </a:rPr>
              <a:t>video,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attachments.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344170" indent="-327025">
              <a:lnSpc>
                <a:spcPct val="100000"/>
              </a:lnSpc>
              <a:spcBef>
                <a:spcPts val="480"/>
              </a:spcBef>
              <a:buAutoNum type="arabicPeriod" startAt="8"/>
              <a:tabLst>
                <a:tab pos="344170" algn="l"/>
              </a:tabLst>
            </a:pP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Telnet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906145">
              <a:lnSpc>
                <a:spcPct val="100000"/>
              </a:lnSpc>
              <a:spcBef>
                <a:spcPts val="480"/>
              </a:spcBef>
            </a:pPr>
            <a:r>
              <a:rPr sz="2600" dirty="0">
                <a:latin typeface="Lucida Sans Unicode" panose="020B0602030504020204"/>
                <a:cs typeface="Lucida Sans Unicode" panose="020B0602030504020204"/>
              </a:rPr>
              <a:t>Provides</a:t>
            </a:r>
            <a:r>
              <a:rPr sz="26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remote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65" dirty="0">
                <a:latin typeface="Lucida Sans Unicode" panose="020B0602030504020204"/>
                <a:cs typeface="Lucida Sans Unicode" panose="020B0602030504020204"/>
              </a:rPr>
              <a:t>login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another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computer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(not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30" dirty="0">
                <a:latin typeface="Lucida Sans Unicode" panose="020B0602030504020204"/>
                <a:cs typeface="Lucida Sans Unicode" panose="020B0602030504020204"/>
              </a:rPr>
              <a:t>secure,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replaced</a:t>
            </a:r>
            <a:r>
              <a:rPr sz="26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55" dirty="0">
                <a:latin typeface="Lucida Sans Unicode" panose="020B0602030504020204"/>
                <a:cs typeface="Lucida Sans Unicode" panose="020B0602030504020204"/>
              </a:rPr>
              <a:t>by</a:t>
            </a:r>
            <a:r>
              <a:rPr sz="26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SSH).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344805" marR="4437380" indent="-332105">
              <a:lnSpc>
                <a:spcPct val="115000"/>
              </a:lnSpc>
              <a:buAutoNum type="arabicPeriod" startAt="9"/>
              <a:tabLst>
                <a:tab pos="905510" algn="l"/>
              </a:tabLst>
            </a:pP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SNMP</a:t>
            </a:r>
            <a:r>
              <a:rPr sz="26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(Simple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Network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Management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Protocol)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Used</a:t>
            </a:r>
            <a:r>
              <a:rPr sz="26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monitor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50" dirty="0">
                <a:latin typeface="Lucida Sans Unicode" panose="020B0602030504020204"/>
                <a:cs typeface="Lucida Sans Unicode" panose="020B0602030504020204"/>
              </a:rPr>
              <a:t>manage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0" dirty="0">
                <a:latin typeface="Lucida Sans Unicode" panose="020B0602030504020204"/>
                <a:cs typeface="Lucida Sans Unicode" panose="020B0602030504020204"/>
              </a:rPr>
              <a:t>network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devices.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316210" y="92165"/>
            <a:ext cx="6385868" cy="47465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2033367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4031456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8267700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787" y="5926116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787" y="7383123"/>
            <a:ext cx="152400" cy="1523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1374" y="706649"/>
            <a:ext cx="17060545" cy="8809355"/>
          </a:xfrm>
          <a:prstGeom prst="rect">
            <a:avLst/>
          </a:prstGeom>
        </p:spPr>
        <p:txBody>
          <a:bodyPr vert="horz" wrap="square" lIns="0" tIns="304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95"/>
              </a:spcBef>
            </a:pPr>
            <a:r>
              <a:rPr sz="3400" spc="-275" dirty="0">
                <a:latin typeface="Arial Black" panose="020B0A04020102020204"/>
                <a:cs typeface="Arial Black" panose="020B0A04020102020204"/>
              </a:rPr>
              <a:t>WWW</a:t>
            </a:r>
            <a:r>
              <a:rPr sz="3400" spc="-41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185" dirty="0">
                <a:latin typeface="Arial Black" panose="020B0A04020102020204"/>
                <a:cs typeface="Arial Black" panose="020B0A04020102020204"/>
              </a:rPr>
              <a:t>(World</a:t>
            </a:r>
            <a:r>
              <a:rPr sz="3400" spc="-409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245" dirty="0">
                <a:latin typeface="Arial Black" panose="020B0A04020102020204"/>
                <a:cs typeface="Arial Black" panose="020B0A04020102020204"/>
              </a:rPr>
              <a:t>Wide</a:t>
            </a:r>
            <a:r>
              <a:rPr sz="3400" spc="-41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25" dirty="0">
                <a:latin typeface="Arial Black" panose="020B0A04020102020204"/>
                <a:cs typeface="Arial Black" panose="020B0A04020102020204"/>
              </a:rPr>
              <a:t>Web):</a:t>
            </a:r>
            <a:endParaRPr sz="3400">
              <a:latin typeface="Arial Black" panose="020B0A04020102020204"/>
              <a:cs typeface="Arial Black" panose="020B0A04020102020204"/>
            </a:endParaRPr>
          </a:p>
          <a:p>
            <a:pPr marL="890905">
              <a:lnSpc>
                <a:spcPct val="100000"/>
              </a:lnSpc>
              <a:spcBef>
                <a:spcPts val="2295"/>
              </a:spcBef>
            </a:pPr>
            <a:r>
              <a:rPr lang="en-IN" altLang="" sz="3400" dirty="0">
                <a:latin typeface="Lucida Sans Unicode" panose="020B0602030504020204"/>
                <a:cs typeface="Lucida Sans Unicode" panose="020B0602030504020204"/>
              </a:rPr>
              <a:t>-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Inventor: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50" dirty="0">
                <a:latin typeface="Lucida Sans Unicode" panose="020B0602030504020204"/>
                <a:cs typeface="Lucida Sans Unicode" panose="020B0602030504020204"/>
              </a:rPr>
              <a:t>Sir</a:t>
            </a:r>
            <a:r>
              <a:rPr sz="34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25" dirty="0">
                <a:latin typeface="Lucida Sans Unicode" panose="020B0602030504020204"/>
                <a:cs typeface="Lucida Sans Unicode" panose="020B0602030504020204"/>
              </a:rPr>
              <a:t>Tim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60" dirty="0">
                <a:latin typeface="Lucida Sans Unicode" panose="020B0602030504020204"/>
                <a:cs typeface="Lucida Sans Unicode" panose="020B0602030504020204"/>
              </a:rPr>
              <a:t>Berners-</a:t>
            </a:r>
            <a:r>
              <a:rPr sz="3400" spc="30" dirty="0">
                <a:latin typeface="Lucida Sans Unicode" panose="020B0602030504020204"/>
                <a:cs typeface="Lucida Sans Unicode" panose="020B0602030504020204"/>
              </a:rPr>
              <a:t>Lee</a:t>
            </a:r>
            <a:endParaRPr sz="3400">
              <a:latin typeface="Lucida Sans Unicode" panose="020B0602030504020204"/>
              <a:cs typeface="Lucida Sans Unicode" panose="020B0602030504020204"/>
            </a:endParaRPr>
          </a:p>
          <a:p>
            <a:pPr marL="1003935" marR="7713980" indent="-106045">
              <a:lnSpc>
                <a:spcPct val="116000"/>
              </a:lnSpc>
            </a:pPr>
            <a:r>
              <a:rPr sz="3400" spc="-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55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34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35" dirty="0">
                <a:latin typeface="Lucida Sans Unicode" panose="020B0602030504020204"/>
                <a:cs typeface="Lucida Sans Unicode" panose="020B0602030504020204"/>
              </a:rPr>
              <a:t>1989</a:t>
            </a:r>
            <a:r>
              <a:rPr sz="34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50" dirty="0">
                <a:latin typeface="Lucida Sans Unicode" panose="020B0602030504020204"/>
                <a:cs typeface="Lucida Sans Unicode" panose="020B0602030504020204"/>
              </a:rPr>
              <a:t>&amp;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HTML</a:t>
            </a:r>
            <a:r>
              <a:rPr sz="34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55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0" dirty="0">
                <a:latin typeface="Lucida Sans Unicode" panose="020B0602030504020204"/>
                <a:cs typeface="Lucida Sans Unicode" panose="020B0602030504020204"/>
              </a:rPr>
              <a:t>1990.</a:t>
            </a:r>
            <a:endParaRPr sz="3400">
              <a:latin typeface="Lucida Sans Unicode" panose="020B0602030504020204"/>
              <a:cs typeface="Lucida Sans Unicode" panose="020B0602030504020204"/>
            </a:endParaRPr>
          </a:p>
          <a:p>
            <a:pPr marL="897890" marR="6983095" indent="-6985">
              <a:lnSpc>
                <a:spcPct val="116000"/>
              </a:lnSpc>
              <a:spcBef>
                <a:spcPts val="1560"/>
              </a:spcBef>
            </a:pPr>
            <a:r>
              <a:rPr lang="en-IN" altLang="" sz="3400" spc="-65" dirty="0">
                <a:latin typeface="Lucida Sans Unicode" panose="020B0602030504020204"/>
                <a:cs typeface="Lucida Sans Unicode" panose="020B0602030504020204"/>
              </a:rPr>
              <a:t>-</a:t>
            </a:r>
            <a:r>
              <a:rPr sz="3400" spc="-65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World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Wide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80" dirty="0">
                <a:latin typeface="Lucida Sans Unicode" panose="020B0602030504020204"/>
                <a:cs typeface="Lucida Sans Unicode" panose="020B0602030504020204"/>
              </a:rPr>
              <a:t>Web</a:t>
            </a:r>
            <a:r>
              <a:rPr sz="34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135" dirty="0">
                <a:latin typeface="Lucida Sans Unicode" panose="020B0602030504020204"/>
                <a:cs typeface="Lucida Sans Unicode" panose="020B0602030504020204"/>
              </a:rPr>
              <a:t>(WWW)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8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60" dirty="0">
                <a:latin typeface="Lucida Sans Unicode" panose="020B0602030504020204"/>
                <a:cs typeface="Lucida Sans Unicode" panose="020B0602030504020204"/>
              </a:rPr>
              <a:t>large</a:t>
            </a:r>
            <a:r>
              <a:rPr sz="34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0" dirty="0">
                <a:latin typeface="Lucida Sans Unicode" panose="020B0602030504020204"/>
                <a:cs typeface="Lucida Sans Unicode" panose="020B0602030504020204"/>
              </a:rPr>
              <a:t>global</a:t>
            </a:r>
            <a:r>
              <a:rPr lang="en-IN" altLang="" sz="3400" spc="-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20" dirty="0">
                <a:latin typeface="Lucida Sans Unicode" panose="020B0602030504020204"/>
                <a:cs typeface="Lucida Sans Unicode" panose="020B0602030504020204"/>
              </a:rPr>
              <a:t>information</a:t>
            </a:r>
            <a:r>
              <a:rPr sz="34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system</a:t>
            </a:r>
            <a:r>
              <a:rPr sz="34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0" dirty="0">
                <a:latin typeface="Lucida Sans Unicode" panose="020B0602030504020204"/>
                <a:cs typeface="Lucida Sans Unicode" panose="020B0602030504020204"/>
              </a:rPr>
              <a:t>on</a:t>
            </a:r>
            <a:r>
              <a:rPr sz="34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4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Internet</a:t>
            </a:r>
            <a:r>
              <a:rPr sz="34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0" dirty="0">
                <a:latin typeface="Lucida Sans Unicode" panose="020B0602030504020204"/>
                <a:cs typeface="Lucida Sans Unicode" panose="020B0602030504020204"/>
              </a:rPr>
              <a:t>where</a:t>
            </a:r>
            <a:r>
              <a:rPr lang="en-IN" altLang="" sz="3400" spc="-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20" dirty="0">
                <a:latin typeface="Lucida Sans Unicode" panose="020B0602030504020204"/>
                <a:cs typeface="Lucida Sans Unicode" panose="020B0602030504020204"/>
              </a:rPr>
              <a:t>information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8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stored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55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0" dirty="0">
                <a:latin typeface="Lucida Sans Unicode" panose="020B0602030504020204"/>
                <a:cs typeface="Lucida Sans Unicode" panose="020B0602030504020204"/>
              </a:rPr>
              <a:t>form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of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hypertext</a:t>
            </a:r>
            <a:r>
              <a:rPr sz="34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0" dirty="0">
                <a:latin typeface="Lucida Sans Unicode" panose="020B0602030504020204"/>
                <a:cs typeface="Lucida Sans Unicode" panose="020B0602030504020204"/>
              </a:rPr>
              <a:t>documents.</a:t>
            </a:r>
            <a:endParaRPr sz="3400">
              <a:latin typeface="Lucida Sans Unicode" panose="020B0602030504020204"/>
              <a:cs typeface="Lucida Sans Unicode" panose="020B0602030504020204"/>
            </a:endParaRPr>
          </a:p>
          <a:p>
            <a:pPr marL="749935" marR="5080" indent="105410">
              <a:lnSpc>
                <a:spcPct val="116000"/>
              </a:lnSpc>
              <a:spcBef>
                <a:spcPts val="745"/>
              </a:spcBef>
            </a:pPr>
            <a:r>
              <a:rPr lang="en-IN" altLang="" sz="3400" spc="80" dirty="0">
                <a:latin typeface="Lucida Sans Unicode" panose="020B0602030504020204"/>
                <a:cs typeface="Lucida Sans Unicode" panose="020B0602030504020204"/>
              </a:rPr>
              <a:t>-</a:t>
            </a:r>
            <a:r>
              <a:rPr sz="3400" spc="80" dirty="0">
                <a:latin typeface="Lucida Sans Unicode" panose="020B0602030504020204"/>
                <a:cs typeface="Lucida Sans Unicode" panose="020B0602030504020204"/>
              </a:rPr>
              <a:t>Each</a:t>
            </a:r>
            <a:r>
              <a:rPr sz="34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document</a:t>
            </a:r>
            <a:r>
              <a:rPr sz="34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20" dirty="0">
                <a:latin typeface="Lucida Sans Unicode" panose="020B0602030504020204"/>
                <a:cs typeface="Lucida Sans Unicode" panose="020B0602030504020204"/>
              </a:rPr>
              <a:t>(webpage)</a:t>
            </a:r>
            <a:r>
              <a:rPr sz="34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can</a:t>
            </a:r>
            <a:r>
              <a:rPr sz="34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contain</a:t>
            </a:r>
            <a:r>
              <a:rPr sz="34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95" dirty="0">
                <a:latin typeface="Lucida Sans Unicode" panose="020B0602030504020204"/>
                <a:cs typeface="Lucida Sans Unicode" panose="020B0602030504020204"/>
              </a:rPr>
              <a:t>links</a:t>
            </a:r>
            <a:r>
              <a:rPr sz="34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30" dirty="0">
                <a:latin typeface="Lucida Sans Unicode" panose="020B0602030504020204"/>
                <a:cs typeface="Lucida Sans Unicode" panose="020B0602030504020204"/>
              </a:rPr>
              <a:t>(hyperlinks)</a:t>
            </a:r>
            <a:r>
              <a:rPr sz="34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that</a:t>
            </a:r>
            <a:r>
              <a:rPr sz="34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50" dirty="0">
                <a:latin typeface="Lucida Sans Unicode" panose="020B0602030504020204"/>
                <a:cs typeface="Lucida Sans Unicode" panose="020B0602030504020204"/>
              </a:rPr>
              <a:t>connect</a:t>
            </a:r>
            <a:r>
              <a:rPr sz="34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4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20" dirty="0">
                <a:latin typeface="Lucida Sans Unicode" panose="020B0602030504020204"/>
                <a:cs typeface="Lucida Sans Unicode" panose="020B0602030504020204"/>
              </a:rPr>
              <a:t>other documents,</a:t>
            </a:r>
            <a:r>
              <a:rPr sz="34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50" dirty="0">
                <a:latin typeface="Lucida Sans Unicode" panose="020B0602030504020204"/>
                <a:cs typeface="Lucida Sans Unicode" panose="020B0602030504020204"/>
              </a:rPr>
              <a:t>allowing</a:t>
            </a:r>
            <a:r>
              <a:rPr sz="34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25" dirty="0">
                <a:latin typeface="Lucida Sans Unicode" panose="020B0602030504020204"/>
                <a:cs typeface="Lucida Sans Unicode" panose="020B0602030504020204"/>
              </a:rPr>
              <a:t>users</a:t>
            </a:r>
            <a:r>
              <a:rPr sz="34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4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20" dirty="0">
                <a:latin typeface="Lucida Sans Unicode" panose="020B0602030504020204"/>
                <a:cs typeface="Lucida Sans Unicode" panose="020B0602030504020204"/>
              </a:rPr>
              <a:t>navigate</a:t>
            </a:r>
            <a:r>
              <a:rPr sz="34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0" dirty="0">
                <a:latin typeface="Lucida Sans Unicode" panose="020B0602030504020204"/>
                <a:cs typeface="Lucida Sans Unicode" panose="020B0602030504020204"/>
              </a:rPr>
              <a:t>easily.</a:t>
            </a:r>
            <a:endParaRPr sz="3400">
              <a:latin typeface="Lucida Sans Unicode" panose="020B0602030504020204"/>
              <a:cs typeface="Lucida Sans Unicode" panose="020B0602030504020204"/>
            </a:endParaRPr>
          </a:p>
          <a:p>
            <a:pPr marL="749935">
              <a:lnSpc>
                <a:spcPct val="100000"/>
              </a:lnSpc>
              <a:spcBef>
                <a:spcPts val="2665"/>
              </a:spcBef>
            </a:pPr>
            <a:r>
              <a:rPr lang="en-IN" altLang="" sz="3400" spc="-40" dirty="0">
                <a:latin typeface="Lucida Sans Unicode" panose="020B0602030504020204"/>
                <a:cs typeface="Lucida Sans Unicode" panose="020B0602030504020204"/>
              </a:rPr>
              <a:t>-</a:t>
            </a:r>
            <a:r>
              <a:rPr sz="3400" spc="-40" dirty="0">
                <a:latin typeface="Lucida Sans Unicode" panose="020B0602030504020204"/>
                <a:cs typeface="Lucida Sans Unicode" panose="020B0602030504020204"/>
              </a:rPr>
              <a:t>These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documents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are</a:t>
            </a:r>
            <a:r>
              <a:rPr sz="34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written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00" dirty="0">
                <a:latin typeface="Lucida Sans Unicode" panose="020B0602030504020204"/>
                <a:cs typeface="Lucida Sans Unicode" panose="020B0602030504020204"/>
              </a:rPr>
              <a:t>using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dirty="0">
                <a:latin typeface="Lucida Sans Unicode" panose="020B0602030504020204"/>
                <a:cs typeface="Lucida Sans Unicode" panose="020B0602030504020204"/>
              </a:rPr>
              <a:t>HTML</a:t>
            </a:r>
            <a:r>
              <a:rPr sz="34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50" dirty="0">
                <a:latin typeface="Lucida Sans Unicode" panose="020B0602030504020204"/>
                <a:cs typeface="Lucida Sans Unicode" panose="020B0602030504020204"/>
              </a:rPr>
              <a:t>(HyperText</a:t>
            </a:r>
            <a:r>
              <a:rPr sz="34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30" dirty="0">
                <a:latin typeface="Lucida Sans Unicode" panose="020B0602030504020204"/>
                <a:cs typeface="Lucida Sans Unicode" panose="020B0602030504020204"/>
              </a:rPr>
              <a:t>Markup</a:t>
            </a:r>
            <a:r>
              <a:rPr sz="34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400" spc="-10" dirty="0">
                <a:latin typeface="Lucida Sans Unicode" panose="020B0602030504020204"/>
                <a:cs typeface="Lucida Sans Unicode" panose="020B0602030504020204"/>
              </a:rPr>
              <a:t>Language).</a:t>
            </a:r>
            <a:endParaRPr sz="3400" spc="-10" dirty="0">
              <a:latin typeface="Lucida Sans Unicode" panose="020B0602030504020204"/>
              <a:cs typeface="Lucida Sans Unicode" panose="020B0602030504020204"/>
            </a:endParaRPr>
          </a:p>
          <a:p>
            <a:pPr marL="749935">
              <a:lnSpc>
                <a:spcPct val="100000"/>
              </a:lnSpc>
              <a:spcBef>
                <a:spcPts val="2665"/>
              </a:spcBef>
            </a:pPr>
            <a:endParaRPr sz="3400">
              <a:latin typeface="Lucida Sans Unicode" panose="020B0602030504020204"/>
              <a:cs typeface="Lucida Sans Unicode" panose="020B0602030504020204"/>
            </a:endParaRPr>
          </a:p>
          <a:p>
            <a:pPr marL="890905">
              <a:lnSpc>
                <a:spcPct val="100000"/>
              </a:lnSpc>
              <a:spcBef>
                <a:spcPts val="2885"/>
              </a:spcBef>
            </a:pPr>
            <a:r>
              <a:rPr lang="en-IN" altLang="" sz="3400">
                <a:latin typeface="Lucida Sans Unicode" panose="020B0602030504020204"/>
                <a:cs typeface="Lucida Sans Unicode" panose="020B0602030504020204"/>
              </a:rPr>
              <a:t>-</a:t>
            </a:r>
            <a:r>
              <a:rPr lang="en-IN" altLang="" sz="3200" b="0" i="1">
                <a:solidFill>
                  <a:schemeClr val="tx2">
                    <a:lumMod val="60000"/>
                    <a:lumOff val="40000"/>
                  </a:schemeClr>
                </a:solidFill>
                <a:latin typeface="Lucida Sans Unicode" panose="020B0602030504020204"/>
                <a:cs typeface="Lucida Sans Unicode" panose="020B0602030504020204"/>
              </a:rPr>
              <a:t> h</a:t>
            </a:r>
            <a:r>
              <a:rPr lang="en-US" altLang="en-US" sz="3200" b="0" i="1">
                <a:solidFill>
                  <a:schemeClr val="tx2">
                    <a:lumMod val="60000"/>
                    <a:lumOff val="40000"/>
                  </a:schemeClr>
                </a:solidFill>
                <a:latin typeface="Lucida Sans Unicode" panose="020B0602030504020204"/>
                <a:cs typeface="Lucida Sans Unicode" panose="020B0602030504020204"/>
              </a:rPr>
              <a:t>ttps://info.cern.ch/hypertext/WWW/TheProject.html</a:t>
            </a:r>
            <a:endParaRPr lang="en-US" altLang="en-US" sz="3200" b="0" i="1">
              <a:solidFill>
                <a:schemeClr val="tx2">
                  <a:lumMod val="60000"/>
                  <a:lumOff val="40000"/>
                </a:schemeClr>
              </a:solidFill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1371600" y="2019300"/>
            <a:ext cx="228600" cy="228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371600" y="3924300"/>
            <a:ext cx="228600" cy="3048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219200" y="5753100"/>
            <a:ext cx="228600" cy="45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66800" y="7200900"/>
            <a:ext cx="457200" cy="45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371600" y="8267700"/>
            <a:ext cx="228600" cy="228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010847" y="0"/>
            <a:ext cx="6277151" cy="58930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8760" y="998251"/>
            <a:ext cx="38157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How</a:t>
            </a:r>
            <a:r>
              <a:rPr spc="-430" dirty="0"/>
              <a:t> </a:t>
            </a:r>
            <a:r>
              <a:rPr spc="-275" dirty="0"/>
              <a:t>WWW</a:t>
            </a:r>
            <a:r>
              <a:rPr spc="-430" dirty="0"/>
              <a:t> </a:t>
            </a:r>
            <a:r>
              <a:rPr spc="-315" dirty="0"/>
              <a:t>Works</a:t>
            </a:r>
            <a:r>
              <a:rPr spc="-430" dirty="0"/>
              <a:t> </a:t>
            </a:r>
            <a:r>
              <a:rPr spc="-50" dirty="0"/>
              <a:t>:</a:t>
            </a:r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14421716" y="4926329"/>
            <a:ext cx="24815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55" dirty="0">
                <a:solidFill>
                  <a:srgbClr val="737373"/>
                </a:solidFill>
                <a:latin typeface="Arial Black" panose="020B0A04020102020204"/>
                <a:cs typeface="Arial Black" panose="020B0A04020102020204"/>
              </a:rPr>
              <a:t>WWW</a:t>
            </a:r>
            <a:r>
              <a:rPr sz="2100" spc="-190" dirty="0">
                <a:solidFill>
                  <a:srgbClr val="737373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100" spc="-130" dirty="0">
                <a:solidFill>
                  <a:srgbClr val="737373"/>
                </a:solidFill>
                <a:latin typeface="Arial Black" panose="020B0A04020102020204"/>
                <a:cs typeface="Arial Black" panose="020B0A04020102020204"/>
              </a:rPr>
              <a:t>Architecture</a:t>
            </a:r>
            <a:endParaRPr sz="2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182" y="1875840"/>
            <a:ext cx="11988165" cy="370141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447040" indent="-386080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447040" algn="l"/>
              </a:tabLst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User</a:t>
            </a:r>
            <a:r>
              <a:rPr sz="31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Request</a:t>
            </a:r>
            <a:r>
              <a:rPr sz="31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45" dirty="0">
                <a:latin typeface="Lucida Sans Unicode" panose="020B0602030504020204"/>
                <a:cs typeface="Lucida Sans Unicode" panose="020B0602030504020204"/>
              </a:rPr>
              <a:t>(Browser</a:t>
            </a:r>
            <a:r>
              <a:rPr sz="31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Input):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551180">
              <a:lnSpc>
                <a:spcPct val="100000"/>
              </a:lnSpc>
              <a:spcBef>
                <a:spcPts val="555"/>
              </a:spcBef>
            </a:pPr>
            <a:r>
              <a:rPr sz="3100" spc="-100" dirty="0">
                <a:latin typeface="Lucida Sans Unicode" panose="020B0602030504020204"/>
                <a:cs typeface="Lucida Sans Unicode" panose="020B0602030504020204"/>
              </a:rPr>
              <a:t>You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75" dirty="0">
                <a:latin typeface="Lucida Sans Unicode" panose="020B0602030504020204"/>
                <a:cs typeface="Lucida Sans Unicode" panose="020B0602030504020204"/>
              </a:rPr>
              <a:t>type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95" dirty="0">
                <a:latin typeface="Lucida Sans Unicode" panose="020B0602030504020204"/>
                <a:cs typeface="Lucida Sans Unicode" panose="020B0602030504020204"/>
              </a:rPr>
              <a:t>URL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5" dirty="0">
                <a:latin typeface="Lucida Sans Unicode" panose="020B0602030504020204"/>
                <a:cs typeface="Lucida Sans Unicode" panose="020B0602030504020204"/>
              </a:rPr>
              <a:t>like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5" dirty="0">
                <a:latin typeface="Lucida Sans Unicode" panose="020B0602030504020204"/>
                <a:cs typeface="Lucida Sans Unicode" panose="020B0602030504020204"/>
              </a:rPr>
              <a:t>https://</a:t>
            </a:r>
            <a:r>
              <a:rPr sz="3100" spc="-105" dirty="0">
                <a:latin typeface="Lucida Sans Unicode" panose="020B0602030504020204"/>
                <a:cs typeface="Lucida Sans Unicode" panose="020B0602030504020204"/>
                <a:hlinkClick r:id="rId2"/>
              </a:rPr>
              <a:t>www.example.com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into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browser.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426720" indent="-414020">
              <a:lnSpc>
                <a:spcPct val="100000"/>
              </a:lnSpc>
              <a:spcBef>
                <a:spcPts val="2060"/>
              </a:spcBef>
              <a:buAutoNum type="arabicPeriod" startAt="2"/>
              <a:tabLst>
                <a:tab pos="426720" algn="l"/>
              </a:tabLst>
            </a:pPr>
            <a:r>
              <a:rPr sz="3100" spc="95" dirty="0">
                <a:latin typeface="Lucida Sans Unicode" panose="020B0602030504020204"/>
                <a:cs typeface="Lucida Sans Unicode" panose="020B0602030504020204"/>
              </a:rPr>
              <a:t>DNS</a:t>
            </a:r>
            <a:r>
              <a:rPr sz="31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Resolution: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398145" marR="238125">
              <a:lnSpc>
                <a:spcPct val="115000"/>
              </a:lnSpc>
            </a:pP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Browser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90" dirty="0">
                <a:latin typeface="Lucida Sans Unicode" panose="020B0602030504020204"/>
                <a:cs typeface="Lucida Sans Unicode" panose="020B0602030504020204"/>
              </a:rPr>
              <a:t>asks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(DNS)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convert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domain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name </a:t>
            </a:r>
            <a:r>
              <a:rPr sz="3100" spc="-60" dirty="0">
                <a:latin typeface="Lucida Sans Unicode" panose="020B0602030504020204"/>
                <a:cs typeface="Lucida Sans Unicode" panose="020B0602030504020204"/>
              </a:rPr>
              <a:t>(</a:t>
            </a:r>
            <a:r>
              <a:rPr sz="3100" spc="-60" dirty="0">
                <a:latin typeface="Lucida Sans Unicode" panose="020B0602030504020204"/>
                <a:cs typeface="Lucida Sans Unicode" panose="020B0602030504020204"/>
                <a:hlinkClick r:id="rId2"/>
              </a:rPr>
              <a:t>www.example.com)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into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an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60" dirty="0">
                <a:latin typeface="Lucida Sans Unicode" panose="020B0602030504020204"/>
                <a:cs typeface="Lucida Sans Unicode" panose="020B0602030504020204"/>
              </a:rPr>
              <a:t>IP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address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(e.g.,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142.250.182.14).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429260" indent="-416560">
              <a:lnSpc>
                <a:spcPct val="100000"/>
              </a:lnSpc>
              <a:spcBef>
                <a:spcPts val="2340"/>
              </a:spcBef>
              <a:buAutoNum type="arabicPeriod" startAt="3"/>
              <a:tabLst>
                <a:tab pos="428625" algn="l"/>
              </a:tabLst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Connection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Setup: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1257" y="7637319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1257" y="8723169"/>
            <a:ext cx="133349" cy="1333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45182" y="5551480"/>
            <a:ext cx="16931005" cy="4006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8145" marR="570865">
              <a:lnSpc>
                <a:spcPct val="115000"/>
              </a:lnSpc>
              <a:spcBef>
                <a:spcPts val="100"/>
              </a:spcBef>
            </a:pP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Browser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establishes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TCP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connection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(or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TLS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HTTPS)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with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web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server’s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35" dirty="0">
                <a:latin typeface="Lucida Sans Unicode" panose="020B0602030504020204"/>
                <a:cs typeface="Lucida Sans Unicode" panose="020B0602030504020204"/>
              </a:rPr>
              <a:t>IP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address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.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Then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Browser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sends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an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HTTP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request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(usually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GET)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14" dirty="0">
                <a:latin typeface="Lucida Sans Unicode" panose="020B0602030504020204"/>
                <a:cs typeface="Lucida Sans Unicode" panose="020B0602030504020204"/>
              </a:rPr>
              <a:t>asking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webpage.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4.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75" dirty="0">
                <a:latin typeface="Lucida Sans Unicode" panose="020B0602030504020204"/>
                <a:cs typeface="Lucida Sans Unicode" panose="020B0602030504020204"/>
              </a:rPr>
              <a:t>Server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Response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14" dirty="0">
                <a:latin typeface="Lucida Sans Unicode" panose="020B0602030504020204"/>
                <a:cs typeface="Lucida Sans Unicode" panose="020B0602030504020204"/>
              </a:rPr>
              <a:t>&amp;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Rendering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50" dirty="0">
                <a:latin typeface="Lucida Sans Unicode" panose="020B0602030504020204"/>
                <a:cs typeface="Lucida Sans Unicode" panose="020B0602030504020204"/>
              </a:rPr>
              <a:t>: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81355" marR="454025">
              <a:lnSpc>
                <a:spcPct val="115000"/>
              </a:lnSpc>
            </a:pP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web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server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processes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request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sends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5" dirty="0">
                <a:latin typeface="Lucida Sans Unicode" panose="020B0602030504020204"/>
                <a:cs typeface="Lucida Sans Unicode" panose="020B0602030504020204"/>
              </a:rPr>
              <a:t>back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an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HTTP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response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containing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HTML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document,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55" dirty="0">
                <a:latin typeface="Lucida Sans Unicode" panose="020B0602030504020204"/>
                <a:cs typeface="Lucida Sans Unicode" panose="020B0602030504020204"/>
              </a:rPr>
              <a:t>CSS,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05" dirty="0">
                <a:latin typeface="Lucida Sans Unicode" panose="020B0602030504020204"/>
                <a:cs typeface="Lucida Sans Unicode" panose="020B0602030504020204"/>
              </a:rPr>
              <a:t>JavaScript,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90" dirty="0">
                <a:latin typeface="Lucida Sans Unicode" panose="020B0602030504020204"/>
                <a:cs typeface="Lucida Sans Unicode" panose="020B0602030504020204"/>
              </a:rPr>
              <a:t>images,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etc.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81355" marR="5080">
              <a:lnSpc>
                <a:spcPct val="115000"/>
              </a:lnSpc>
              <a:tabLst>
                <a:tab pos="11816080" algn="l"/>
              </a:tabLst>
            </a:pP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Browser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reads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HTML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downloads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0" dirty="0">
                <a:latin typeface="Lucida Sans Unicode" panose="020B0602030504020204"/>
                <a:cs typeface="Lucida Sans Unicode" panose="020B0602030504020204"/>
              </a:rPr>
              <a:t>linked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resources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(CSS,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254" dirty="0">
                <a:latin typeface="Lucida Sans Unicode" panose="020B0602030504020204"/>
                <a:cs typeface="Lucida Sans Unicode" panose="020B0602030504020204"/>
              </a:rPr>
              <a:t>JS,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media)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displays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the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fully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rendered</a:t>
            </a:r>
            <a:r>
              <a:rPr sz="31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50" dirty="0">
                <a:latin typeface="Lucida Sans Unicode" panose="020B0602030504020204"/>
                <a:cs typeface="Lucida Sans Unicode" panose="020B0602030504020204"/>
              </a:rPr>
              <a:t>page</a:t>
            </a:r>
            <a:r>
              <a:rPr sz="31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1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5" dirty="0">
                <a:latin typeface="Lucida Sans Unicode" panose="020B0602030504020204"/>
                <a:cs typeface="Lucida Sans Unicode" panose="020B0602030504020204"/>
              </a:rPr>
              <a:t>user.</a:t>
            </a:r>
            <a:r>
              <a:rPr sz="31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[NEXT</a:t>
            </a:r>
            <a:r>
              <a:rPr sz="31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same</a:t>
            </a:r>
            <a:r>
              <a:rPr sz="31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process</a:t>
            </a:r>
            <a:r>
              <a:rPr sz="31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again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3100" spc="-114" dirty="0">
                <a:latin typeface="Lucida Sans Unicode" panose="020B0602030504020204"/>
                <a:cs typeface="Lucida Sans Unicode" panose="020B0602030504020204"/>
              </a:rPr>
              <a:t>&amp;</a:t>
            </a:r>
            <a:r>
              <a:rPr sz="31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again].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880882" y="3990645"/>
            <a:ext cx="8407116" cy="58864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Static</a:t>
            </a:r>
            <a:r>
              <a:rPr spc="-425" dirty="0"/>
              <a:t> </a:t>
            </a:r>
            <a:r>
              <a:rPr spc="-225" dirty="0"/>
              <a:t>Document:</a:t>
            </a:r>
            <a:endParaRPr spc="-2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073" y="2152707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3499" y="3429940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2074" y="4332275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073" y="6096206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073" y="7379541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9320100"/>
            <a:ext cx="133349" cy="1333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12761" y="1875840"/>
            <a:ext cx="16684625" cy="7736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1025" marR="5080">
              <a:lnSpc>
                <a:spcPct val="115000"/>
              </a:lnSpc>
              <a:spcBef>
                <a:spcPts val="100"/>
              </a:spcBef>
            </a:pPr>
            <a:r>
              <a:rPr sz="3100" spc="-7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document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whose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content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5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75" dirty="0">
                <a:latin typeface="Lucida Sans Unicode" panose="020B0602030504020204"/>
                <a:cs typeface="Lucida Sans Unicode" panose="020B0602030504020204"/>
              </a:rPr>
              <a:t>fixed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does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not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change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unless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manually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updated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40" dirty="0">
                <a:latin typeface="Lucida Sans Unicode" panose="020B0602030504020204"/>
                <a:cs typeface="Lucida Sans Unicode" panose="020B0602030504020204"/>
              </a:rPr>
              <a:t>by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web</a:t>
            </a:r>
            <a:r>
              <a:rPr sz="31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developer.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56590">
              <a:lnSpc>
                <a:spcPct val="100000"/>
              </a:lnSpc>
              <a:spcBef>
                <a:spcPts val="2060"/>
              </a:spcBef>
            </a:pPr>
            <a:r>
              <a:rPr sz="3100" spc="-80" dirty="0">
                <a:latin typeface="Lucida Sans Unicode" panose="020B0602030504020204"/>
                <a:cs typeface="Lucida Sans Unicode" panose="020B0602030504020204"/>
              </a:rPr>
              <a:t>This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content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are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created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stored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0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server.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If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requiredd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cline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can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0" dirty="0">
                <a:latin typeface="Lucida Sans Unicode" panose="020B0602030504020204"/>
                <a:cs typeface="Lucida Sans Unicode" panose="020B0602030504020204"/>
              </a:rPr>
              <a:t>get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copy.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85165">
              <a:lnSpc>
                <a:spcPct val="100000"/>
              </a:lnSpc>
              <a:spcBef>
                <a:spcPts val="3385"/>
              </a:spcBef>
            </a:pP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Ex: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7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simple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portfolio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website.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3430"/>
              </a:spcBef>
            </a:pPr>
            <a:r>
              <a:rPr sz="3400" spc="-260" dirty="0">
                <a:latin typeface="Arial Black" panose="020B0A04020102020204"/>
                <a:cs typeface="Arial Black" panose="020B0A04020102020204"/>
              </a:rPr>
              <a:t>Dynamic</a:t>
            </a:r>
            <a:r>
              <a:rPr sz="3400" spc="-409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120" dirty="0">
                <a:latin typeface="Arial Black" panose="020B0A04020102020204"/>
                <a:cs typeface="Arial Black" panose="020B0A04020102020204"/>
              </a:rPr>
              <a:t>Document:</a:t>
            </a:r>
            <a:endParaRPr sz="3400">
              <a:latin typeface="Arial Black" panose="020B0A04020102020204"/>
              <a:cs typeface="Arial Black" panose="020B0A04020102020204"/>
            </a:endParaRPr>
          </a:p>
          <a:p>
            <a:pPr marL="490855" marR="5897245" indent="90170" algn="just">
              <a:lnSpc>
                <a:spcPct val="115000"/>
              </a:lnSpc>
              <a:spcBef>
                <a:spcPts val="2105"/>
              </a:spcBef>
            </a:pPr>
            <a:r>
              <a:rPr sz="3100" spc="-65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20" dirty="0">
                <a:latin typeface="Lucida Sans Unicode" panose="020B0602030504020204"/>
                <a:cs typeface="Lucida Sans Unicode" panose="020B0602030504020204"/>
              </a:rPr>
              <a:t>document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whose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40" dirty="0">
                <a:latin typeface="Lucida Sans Unicode" panose="020B0602030504020204"/>
                <a:cs typeface="Lucida Sans Unicode" panose="020B0602030504020204"/>
              </a:rPr>
              <a:t>content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generated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40" dirty="0">
                <a:latin typeface="Lucida Sans Unicode" panose="020B0602030504020204"/>
                <a:cs typeface="Lucida Sans Unicode" panose="020B0602030504020204"/>
              </a:rPr>
              <a:t>at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runtime</a:t>
            </a:r>
            <a:r>
              <a:rPr sz="3100" spc="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5" dirty="0">
                <a:latin typeface="Lucida Sans Unicode" panose="020B0602030504020204"/>
                <a:cs typeface="Lucida Sans Unicode" panose="020B0602030504020204"/>
              </a:rPr>
              <a:t>based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5" dirty="0">
                <a:latin typeface="Lucida Sans Unicode" panose="020B0602030504020204"/>
                <a:cs typeface="Lucida Sans Unicode" panose="020B0602030504020204"/>
              </a:rPr>
              <a:t>on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5" dirty="0">
                <a:latin typeface="Lucida Sans Unicode" panose="020B0602030504020204"/>
                <a:cs typeface="Lucida Sans Unicode" panose="020B0602030504020204"/>
              </a:rPr>
              <a:t>user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5" dirty="0">
                <a:latin typeface="Lucida Sans Unicode" panose="020B0602030504020204"/>
                <a:cs typeface="Lucida Sans Unicode" panose="020B0602030504020204"/>
              </a:rPr>
              <a:t>interaction,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5" dirty="0">
                <a:latin typeface="Lucida Sans Unicode" panose="020B0602030504020204"/>
                <a:cs typeface="Lucida Sans Unicode" panose="020B0602030504020204"/>
              </a:rPr>
              <a:t>inputs,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0" dirty="0">
                <a:latin typeface="Lucida Sans Unicode" panose="020B0602030504020204"/>
                <a:cs typeface="Lucida Sans Unicode" panose="020B0602030504020204"/>
              </a:rPr>
              <a:t>or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5" dirty="0">
                <a:latin typeface="Lucida Sans Unicode" panose="020B0602030504020204"/>
                <a:cs typeface="Lucida Sans Unicode" panose="020B0602030504020204"/>
              </a:rPr>
              <a:t>database</a:t>
            </a:r>
            <a:r>
              <a:rPr sz="31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queries.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587375" marR="8723630" indent="-6350" algn="just">
              <a:lnSpc>
                <a:spcPct val="115000"/>
              </a:lnSpc>
              <a:spcBef>
                <a:spcPts val="1555"/>
              </a:spcBef>
            </a:pP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Technology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used: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Server-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side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scripting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(PHP,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5" dirty="0">
                <a:latin typeface="Lucida Sans Unicode" panose="020B0602030504020204"/>
                <a:cs typeface="Lucida Sans Unicode" panose="020B0602030504020204"/>
              </a:rPr>
              <a:t>Node.js,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45" dirty="0">
                <a:latin typeface="Lucida Sans Unicode" panose="020B0602030504020204"/>
                <a:cs typeface="Lucida Sans Unicode" panose="020B0602030504020204"/>
              </a:rPr>
              <a:t>Python,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50" dirty="0">
                <a:latin typeface="Lucida Sans Unicode" panose="020B0602030504020204"/>
                <a:cs typeface="Lucida Sans Unicode" panose="020B0602030504020204"/>
              </a:rPr>
              <a:t>Java,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ASP.NET)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915" dirty="0">
                <a:latin typeface="Lucida Sans Unicode" panose="020B0602030504020204"/>
                <a:cs typeface="Lucida Sans Unicode" panose="020B0602030504020204"/>
              </a:rPr>
              <a:t>+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 Databases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60" dirty="0">
                <a:latin typeface="Lucida Sans Unicode" panose="020B0602030504020204"/>
                <a:cs typeface="Lucida Sans Unicode" panose="020B0602030504020204"/>
              </a:rPr>
              <a:t>(MySQL,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MongoDB).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56590">
              <a:lnSpc>
                <a:spcPct val="100000"/>
              </a:lnSpc>
              <a:spcBef>
                <a:spcPts val="3010"/>
              </a:spcBef>
            </a:pP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Ex:</a:t>
            </a:r>
            <a:r>
              <a:rPr sz="31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Online</a:t>
            </a:r>
            <a:r>
              <a:rPr sz="31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shopping</a:t>
            </a:r>
            <a:r>
              <a:rPr sz="31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60" dirty="0">
                <a:latin typeface="Lucida Sans Unicode" panose="020B0602030504020204"/>
                <a:cs typeface="Lucida Sans Unicode" panose="020B0602030504020204"/>
              </a:rPr>
              <a:t>cart</a:t>
            </a:r>
            <a:r>
              <a:rPr sz="31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on</a:t>
            </a:r>
            <a:r>
              <a:rPr sz="31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Amazon.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037540" y="4192688"/>
            <a:ext cx="9753599" cy="23752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6402" y="998251"/>
            <a:ext cx="74136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HTTP</a:t>
            </a:r>
            <a:r>
              <a:rPr spc="-434" dirty="0"/>
              <a:t> </a:t>
            </a:r>
            <a:r>
              <a:rPr spc="-300" dirty="0"/>
              <a:t>(HyperText</a:t>
            </a:r>
            <a:r>
              <a:rPr spc="-430" dirty="0"/>
              <a:t> </a:t>
            </a:r>
            <a:r>
              <a:rPr spc="-300" dirty="0"/>
              <a:t>Transfer</a:t>
            </a:r>
            <a:r>
              <a:rPr spc="-430" dirty="0"/>
              <a:t> </a:t>
            </a:r>
            <a:r>
              <a:rPr spc="-185" dirty="0"/>
              <a:t>Protocol):</a:t>
            </a:r>
            <a:endParaRPr spc="-18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1954209"/>
            <a:ext cx="133349" cy="1333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54040" y="1517957"/>
            <a:ext cx="12586335" cy="82238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 marR="5080">
              <a:lnSpc>
                <a:spcPct val="149000"/>
              </a:lnSpc>
              <a:spcBef>
                <a:spcPts val="95"/>
              </a:spcBef>
            </a:pP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protocol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communication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between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web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clients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servers.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Works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on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TCP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(port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80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HTTP,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443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HTTPS).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43815">
              <a:lnSpc>
                <a:spcPct val="100000"/>
              </a:lnSpc>
              <a:spcBef>
                <a:spcPts val="2865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Request</a:t>
            </a:r>
            <a:r>
              <a:rPr sz="3100" spc="-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Methods: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50165">
              <a:lnSpc>
                <a:spcPct val="100000"/>
              </a:lnSpc>
              <a:spcBef>
                <a:spcPts val="555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GET</a:t>
            </a:r>
            <a:r>
              <a:rPr sz="3100" spc="-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215" dirty="0">
                <a:latin typeface="Lucida Sans Unicode" panose="020B0602030504020204"/>
                <a:cs typeface="Lucida Sans Unicode" panose="020B0602030504020204"/>
              </a:rPr>
              <a:t>–</a:t>
            </a:r>
            <a:r>
              <a:rPr sz="3100" spc="-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Retrieve</a:t>
            </a:r>
            <a:r>
              <a:rPr sz="3100" spc="-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data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50165" marR="7374890">
              <a:lnSpc>
                <a:spcPct val="115000"/>
              </a:lnSpc>
            </a:pPr>
            <a:r>
              <a:rPr sz="3100" spc="75" dirty="0">
                <a:latin typeface="Lucida Sans Unicode" panose="020B0602030504020204"/>
                <a:cs typeface="Lucida Sans Unicode" panose="020B0602030504020204"/>
              </a:rPr>
              <a:t>POST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215" dirty="0">
                <a:latin typeface="Lucida Sans Unicode" panose="020B0602030504020204"/>
                <a:cs typeface="Lucida Sans Unicode" panose="020B0602030504020204"/>
              </a:rPr>
              <a:t>–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65" dirty="0">
                <a:latin typeface="Lucida Sans Unicode" panose="020B0602030504020204"/>
                <a:cs typeface="Lucida Sans Unicode" panose="020B0602030504020204"/>
              </a:rPr>
              <a:t>Send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data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server </a:t>
            </a:r>
            <a:r>
              <a:rPr sz="3100" spc="80" dirty="0">
                <a:latin typeface="Lucida Sans Unicode" panose="020B0602030504020204"/>
                <a:cs typeface="Lucida Sans Unicode" panose="020B0602030504020204"/>
              </a:rPr>
              <a:t>PUT</a:t>
            </a:r>
            <a:r>
              <a:rPr sz="31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215" dirty="0">
                <a:latin typeface="Lucida Sans Unicode" panose="020B0602030504020204"/>
                <a:cs typeface="Lucida Sans Unicode" panose="020B0602030504020204"/>
              </a:rPr>
              <a:t>–</a:t>
            </a:r>
            <a:r>
              <a:rPr sz="31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Update</a:t>
            </a:r>
            <a:r>
              <a:rPr sz="31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data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50165">
              <a:lnSpc>
                <a:spcPct val="100000"/>
              </a:lnSpc>
              <a:spcBef>
                <a:spcPts val="555"/>
              </a:spcBef>
            </a:pPr>
            <a:r>
              <a:rPr sz="3100" spc="80" dirty="0">
                <a:latin typeface="Lucida Sans Unicode" panose="020B0602030504020204"/>
                <a:cs typeface="Lucida Sans Unicode" panose="020B0602030504020204"/>
              </a:rPr>
              <a:t>DELETE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215" dirty="0">
                <a:latin typeface="Lucida Sans Unicode" panose="020B0602030504020204"/>
                <a:cs typeface="Lucida Sans Unicode" panose="020B0602030504020204"/>
              </a:rPr>
              <a:t>–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Remove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data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3100" spc="-65" dirty="0">
                <a:latin typeface="Lucida Sans Unicode" panose="020B0602030504020204"/>
                <a:cs typeface="Lucida Sans Unicode" panose="020B0602030504020204"/>
              </a:rPr>
              <a:t>PATCH</a:t>
            </a:r>
            <a:r>
              <a:rPr sz="3100" spc="-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215" dirty="0">
                <a:latin typeface="Lucida Sans Unicode" panose="020B0602030504020204"/>
                <a:cs typeface="Lucida Sans Unicode" panose="020B0602030504020204"/>
              </a:rPr>
              <a:t>–</a:t>
            </a:r>
            <a:r>
              <a:rPr sz="3100" spc="-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Partially</a:t>
            </a:r>
            <a:r>
              <a:rPr sz="3100" spc="-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update</a:t>
            </a:r>
            <a:r>
              <a:rPr sz="3100" spc="-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data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76530">
              <a:lnSpc>
                <a:spcPct val="100000"/>
              </a:lnSpc>
              <a:spcBef>
                <a:spcPts val="4195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Response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Codes: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82880">
              <a:lnSpc>
                <a:spcPct val="100000"/>
              </a:lnSpc>
              <a:spcBef>
                <a:spcPts val="555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200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50" dirty="0">
                <a:latin typeface="Lucida Sans Unicode" panose="020B0602030504020204"/>
                <a:cs typeface="Lucida Sans Unicode" panose="020B0602030504020204"/>
              </a:rPr>
              <a:t>OK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45" dirty="0">
                <a:latin typeface="Lucida Sans Unicode" panose="020B0602030504020204"/>
                <a:cs typeface="Lucida Sans Unicode" panose="020B0602030504020204"/>
              </a:rPr>
              <a:t>Success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86360" marR="5121275" indent="95885">
              <a:lnSpc>
                <a:spcPct val="115000"/>
              </a:lnSpc>
            </a:pP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301 </a:t>
            </a:r>
            <a:r>
              <a:rPr sz="3100" spc="55" dirty="0">
                <a:latin typeface="Lucida Sans Unicode" panose="020B0602030504020204"/>
                <a:cs typeface="Lucida Sans Unicode" panose="020B0602030504020204"/>
              </a:rPr>
              <a:t>Moved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Permanently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Redirection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404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Not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Found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Resource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missing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86360">
              <a:lnSpc>
                <a:spcPct val="100000"/>
              </a:lnSpc>
              <a:spcBef>
                <a:spcPts val="555"/>
              </a:spcBef>
            </a:pPr>
            <a:r>
              <a:rPr sz="3100" spc="80" dirty="0">
                <a:latin typeface="Lucida Sans Unicode" panose="020B0602030504020204"/>
                <a:cs typeface="Lucida Sans Unicode" panose="020B0602030504020204"/>
              </a:rPr>
              <a:t>500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Internal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75" dirty="0">
                <a:latin typeface="Lucida Sans Unicode" panose="020B0602030504020204"/>
                <a:cs typeface="Lucida Sans Unicode" panose="020B0602030504020204"/>
              </a:rPr>
              <a:t>Server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Error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75" dirty="0">
                <a:latin typeface="Lucida Sans Unicode" panose="020B0602030504020204"/>
                <a:cs typeface="Lucida Sans Unicode" panose="020B0602030504020204"/>
              </a:rPr>
              <a:t>Server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problem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2656519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3492339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985" y="7278368"/>
            <a:ext cx="133349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64842" y="1028700"/>
            <a:ext cx="7477124" cy="84010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6780" y="1028700"/>
            <a:ext cx="7124699" cy="48005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6780" y="6106907"/>
            <a:ext cx="7277099" cy="33242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830707" y="5960835"/>
            <a:ext cx="6602194" cy="35629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0215" y="741394"/>
            <a:ext cx="28022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Web</a:t>
            </a:r>
            <a:r>
              <a:rPr spc="-430" dirty="0"/>
              <a:t> </a:t>
            </a:r>
            <a:r>
              <a:rPr spc="-310" dirty="0"/>
              <a:t>Caching:</a:t>
            </a:r>
            <a:endParaRPr spc="-3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073" y="1725461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2999271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7263" y="6185141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7263" y="6728066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7263" y="7270991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7263" y="3730155"/>
            <a:ext cx="133349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7263" y="4273080"/>
            <a:ext cx="133349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7263" y="4816005"/>
            <a:ext cx="133349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5591023"/>
            <a:ext cx="133349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073" y="8046008"/>
            <a:ext cx="133349" cy="1333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7388" y="8776893"/>
            <a:ext cx="133349" cy="1333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81278" y="1448595"/>
            <a:ext cx="16227425" cy="816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</a:pPr>
            <a:r>
              <a:rPr sz="3100" spc="-90" dirty="0">
                <a:latin typeface="Arial Black" panose="020B0A04020102020204"/>
                <a:cs typeface="Arial Black" panose="020B0A04020102020204"/>
              </a:rPr>
              <a:t>Definition:</a:t>
            </a:r>
            <a:r>
              <a:rPr sz="3100" spc="49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35" dirty="0">
                <a:latin typeface="Lucida Sans Unicode" panose="020B0602030504020204"/>
                <a:cs typeface="Lucida Sans Unicode" panose="020B0602030504020204"/>
              </a:rPr>
              <a:t>Temporarily</a:t>
            </a:r>
            <a:r>
              <a:rPr sz="31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storing</a:t>
            </a:r>
            <a:r>
              <a:rPr sz="31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web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resources</a:t>
            </a:r>
            <a:r>
              <a:rPr sz="31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(HTML</a:t>
            </a:r>
            <a:r>
              <a:rPr sz="31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75" dirty="0">
                <a:latin typeface="Lucida Sans Unicode" panose="020B0602030504020204"/>
                <a:cs typeface="Lucida Sans Unicode" panose="020B0602030504020204"/>
              </a:rPr>
              <a:t>pages,</a:t>
            </a:r>
            <a:r>
              <a:rPr sz="31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90" dirty="0">
                <a:latin typeface="Lucida Sans Unicode" panose="020B0602030504020204"/>
                <a:cs typeface="Lucida Sans Unicode" panose="020B0602030504020204"/>
              </a:rPr>
              <a:t>images,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scripts)</a:t>
            </a:r>
            <a:r>
              <a:rPr sz="31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closer</a:t>
            </a:r>
            <a:r>
              <a:rPr sz="31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to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user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reduce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45" dirty="0">
                <a:latin typeface="Lucida Sans Unicode" panose="020B0602030504020204"/>
                <a:cs typeface="Lucida Sans Unicode" panose="020B0602030504020204"/>
              </a:rPr>
              <a:t>latency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bandwidth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usage.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16205">
              <a:lnSpc>
                <a:spcPct val="100000"/>
              </a:lnSpc>
              <a:spcBef>
                <a:spcPts val="2035"/>
              </a:spcBef>
            </a:pPr>
            <a:r>
              <a:rPr sz="3100" spc="-40" dirty="0">
                <a:latin typeface="Lucida Sans Unicode" panose="020B0602030504020204"/>
                <a:cs typeface="Lucida Sans Unicode" panose="020B0602030504020204"/>
              </a:rPr>
              <a:t>Types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of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Caching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81355">
              <a:lnSpc>
                <a:spcPct val="100000"/>
              </a:lnSpc>
              <a:spcBef>
                <a:spcPts val="2035"/>
              </a:spcBef>
            </a:pP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Browser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Cache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215" dirty="0">
                <a:latin typeface="Lucida Sans Unicode" panose="020B0602030504020204"/>
                <a:cs typeface="Lucida Sans Unicode" panose="020B0602030504020204"/>
              </a:rPr>
              <a:t>–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55" dirty="0">
                <a:latin typeface="Lucida Sans Unicode" panose="020B0602030504020204"/>
                <a:cs typeface="Lucida Sans Unicode" panose="020B0602030504020204"/>
              </a:rPr>
              <a:t>Stored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locally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on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user’s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device.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81355">
              <a:lnSpc>
                <a:spcPct val="100000"/>
              </a:lnSpc>
              <a:spcBef>
                <a:spcPts val="555"/>
              </a:spcBef>
            </a:pP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Proxy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Cache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215" dirty="0">
                <a:latin typeface="Lucida Sans Unicode" panose="020B0602030504020204"/>
                <a:cs typeface="Lucida Sans Unicode" panose="020B0602030504020204"/>
              </a:rPr>
              <a:t>–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55" dirty="0">
                <a:latin typeface="Lucida Sans Unicode" panose="020B0602030504020204"/>
                <a:cs typeface="Lucida Sans Unicode" panose="020B0602030504020204"/>
              </a:rPr>
              <a:t>Stored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0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an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intermediate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server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(e.g.,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60" dirty="0">
                <a:latin typeface="Lucida Sans Unicode" panose="020B0602030504020204"/>
                <a:cs typeface="Lucida Sans Unicode" panose="020B0602030504020204"/>
              </a:rPr>
              <a:t>ISP).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81355">
              <a:lnSpc>
                <a:spcPct val="100000"/>
              </a:lnSpc>
              <a:spcBef>
                <a:spcPts val="555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Content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Delivery</a:t>
            </a:r>
            <a:r>
              <a:rPr sz="31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Network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(CDN)</a:t>
            </a:r>
            <a:r>
              <a:rPr sz="31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215" dirty="0">
                <a:latin typeface="Lucida Sans Unicode" panose="020B0602030504020204"/>
                <a:cs typeface="Lucida Sans Unicode" panose="020B0602030504020204"/>
              </a:rPr>
              <a:t>–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Distributed</a:t>
            </a:r>
            <a:r>
              <a:rPr sz="31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cache</a:t>
            </a:r>
            <a:r>
              <a:rPr sz="3100" spc="-1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servers</a:t>
            </a:r>
            <a:r>
              <a:rPr sz="3100" spc="-11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globally.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16205">
              <a:lnSpc>
                <a:spcPct val="100000"/>
              </a:lnSpc>
              <a:spcBef>
                <a:spcPts val="2380"/>
              </a:spcBef>
            </a:pP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Benefits: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81355" marR="10686415">
              <a:lnSpc>
                <a:spcPct val="115000"/>
              </a:lnSpc>
              <a:spcBef>
                <a:spcPts val="405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Reduces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server</a:t>
            </a:r>
            <a:r>
              <a:rPr sz="3100" spc="-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load.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Decreases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response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time. </a:t>
            </a:r>
            <a:r>
              <a:rPr sz="3100" spc="60" dirty="0">
                <a:latin typeface="Lucida Sans Unicode" panose="020B0602030504020204"/>
                <a:cs typeface="Lucida Sans Unicode" panose="020B0602030504020204"/>
              </a:rPr>
              <a:t>Saves</a:t>
            </a:r>
            <a:r>
              <a:rPr sz="31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bandwidth.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Cache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Control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0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HTTP</a:t>
            </a:r>
            <a:r>
              <a:rPr sz="31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Headers: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727710" marR="9704070" indent="-6350">
              <a:lnSpc>
                <a:spcPct val="115000"/>
              </a:lnSpc>
              <a:spcBef>
                <a:spcPts val="1480"/>
              </a:spcBef>
            </a:pPr>
            <a:r>
              <a:rPr sz="3100" spc="-85" dirty="0">
                <a:latin typeface="Lucida Sans Unicode" panose="020B0602030504020204"/>
                <a:cs typeface="Lucida Sans Unicode" panose="020B0602030504020204"/>
              </a:rPr>
              <a:t>Cache-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Control: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5" dirty="0">
                <a:latin typeface="Lucida Sans Unicode" panose="020B0602030504020204"/>
                <a:cs typeface="Lucida Sans Unicode" panose="020B0602030504020204"/>
              </a:rPr>
              <a:t>max-</a:t>
            </a:r>
            <a:r>
              <a:rPr sz="3100" spc="-60" dirty="0">
                <a:latin typeface="Lucida Sans Unicode" panose="020B0602030504020204"/>
                <a:cs typeface="Lucida Sans Unicode" panose="020B0602030504020204"/>
              </a:rPr>
              <a:t>age=3600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Resource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5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valid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15" dirty="0">
                <a:latin typeface="Lucida Sans Unicode" panose="020B0602030504020204"/>
                <a:cs typeface="Lucida Sans Unicode" panose="020B0602030504020204"/>
              </a:rPr>
              <a:t>1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hour.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822796"/>
            <a:ext cx="16113760" cy="864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260" dirty="0">
                <a:latin typeface="Arial Black" panose="020B0A04020102020204"/>
                <a:cs typeface="Arial Black" panose="020B0A04020102020204"/>
              </a:rPr>
              <a:t>Example</a:t>
            </a:r>
            <a:r>
              <a:rPr sz="3100" spc="-29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80" dirty="0">
                <a:latin typeface="Arial Black" panose="020B0A04020102020204"/>
                <a:cs typeface="Arial Black" panose="020B0A04020102020204"/>
              </a:rPr>
              <a:t>of</a:t>
            </a:r>
            <a:r>
              <a:rPr sz="3100" spc="-29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215" dirty="0">
                <a:latin typeface="Arial Black" panose="020B0A04020102020204"/>
                <a:cs typeface="Arial Black" panose="020B0A04020102020204"/>
              </a:rPr>
              <a:t>Web</a:t>
            </a:r>
            <a:r>
              <a:rPr sz="3100" spc="-29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80" dirty="0">
                <a:latin typeface="Arial Black" panose="020B0A04020102020204"/>
                <a:cs typeface="Arial Black" panose="020B0A04020102020204"/>
              </a:rPr>
              <a:t>Caching</a:t>
            </a:r>
            <a:endParaRPr sz="3100">
              <a:latin typeface="Arial Black" panose="020B0A04020102020204"/>
              <a:cs typeface="Arial Black" panose="020B0A04020102020204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3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</a:pP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Scenario: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3100" spc="-100" dirty="0">
                <a:latin typeface="Lucida Sans Unicode" panose="020B0602030504020204"/>
                <a:cs typeface="Lucida Sans Unicode" panose="020B0602030504020204"/>
              </a:rPr>
              <a:t>You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open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  <a:hlinkClick r:id="rId1"/>
              </a:rPr>
              <a:t>www.youtube.com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first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time.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 marR="1343660">
              <a:lnSpc>
                <a:spcPct val="115000"/>
              </a:lnSpc>
            </a:pP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browser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downloads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5" dirty="0">
                <a:latin typeface="Lucida Sans Unicode" panose="020B0602030504020204"/>
                <a:cs typeface="Lucida Sans Unicode" panose="020B0602030504020204"/>
              </a:rPr>
              <a:t>logo.png,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55" dirty="0">
                <a:latin typeface="Lucida Sans Unicode" panose="020B0602030504020204"/>
                <a:cs typeface="Lucida Sans Unicode" panose="020B0602030504020204"/>
              </a:rPr>
              <a:t>CSS,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20" dirty="0">
                <a:latin typeface="Lucida Sans Unicode" panose="020B0602030504020204"/>
                <a:cs typeface="Lucida Sans Unicode" panose="020B0602030504020204"/>
              </a:rPr>
              <a:t>JavaScript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0" dirty="0">
                <a:latin typeface="Lucida Sans Unicode" panose="020B0602030504020204"/>
                <a:cs typeface="Lucida Sans Unicode" panose="020B0602030504020204"/>
              </a:rPr>
              <a:t>files,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stores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them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0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the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browser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cache.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 marR="382905">
              <a:lnSpc>
                <a:spcPct val="115000"/>
              </a:lnSpc>
              <a:spcBef>
                <a:spcPts val="5"/>
              </a:spcBef>
            </a:pP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Next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time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you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visit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0" dirty="0">
                <a:latin typeface="Lucida Sans Unicode" panose="020B0602030504020204"/>
                <a:cs typeface="Lucida Sans Unicode" panose="020B0602030504020204"/>
              </a:rPr>
              <a:t>YouTube,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instead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of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5" dirty="0">
                <a:latin typeface="Lucida Sans Unicode" panose="020B0602030504020204"/>
                <a:cs typeface="Lucida Sans Unicode" panose="020B0602030504020204"/>
              </a:rPr>
              <a:t>downloading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70" dirty="0">
                <a:latin typeface="Lucida Sans Unicode" panose="020B0602030504020204"/>
                <a:cs typeface="Lucida Sans Unicode" panose="020B0602030504020204"/>
              </a:rPr>
              <a:t>logo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75" dirty="0">
                <a:latin typeface="Lucida Sans Unicode" panose="020B0602030504020204"/>
                <a:cs typeface="Lucida Sans Unicode" panose="020B0602030504020204"/>
              </a:rPr>
              <a:t>again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from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server,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browser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fetches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it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from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local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cache,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so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50" dirty="0">
                <a:latin typeface="Lucida Sans Unicode" panose="020B0602030504020204"/>
                <a:cs typeface="Lucida Sans Unicode" panose="020B0602030504020204"/>
              </a:rPr>
              <a:t>page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loads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faster.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</a:pPr>
            <a:r>
              <a:rPr sz="3100" spc="-165" dirty="0">
                <a:latin typeface="Arial Black" panose="020B0A04020102020204"/>
                <a:cs typeface="Arial Black" panose="020B0A04020102020204"/>
              </a:rPr>
              <a:t>Another</a:t>
            </a:r>
            <a:r>
              <a:rPr sz="3100" spc="-28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260" dirty="0">
                <a:latin typeface="Arial Black" panose="020B0A04020102020204"/>
                <a:cs typeface="Arial Black" panose="020B0A04020102020204"/>
              </a:rPr>
              <a:t>Example</a:t>
            </a:r>
            <a:r>
              <a:rPr sz="3100" spc="-28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215" dirty="0">
                <a:latin typeface="Arial Black" panose="020B0A04020102020204"/>
                <a:cs typeface="Arial Black" panose="020B0A04020102020204"/>
              </a:rPr>
              <a:t>(Proxy</a:t>
            </a:r>
            <a:r>
              <a:rPr sz="3100" spc="-28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430" dirty="0">
                <a:latin typeface="Arial Black" panose="020B0A04020102020204"/>
                <a:cs typeface="Arial Black" panose="020B0A04020102020204"/>
              </a:rPr>
              <a:t>/</a:t>
            </a:r>
            <a:r>
              <a:rPr sz="3100" spc="-28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265" dirty="0">
                <a:latin typeface="Arial Black" panose="020B0A04020102020204"/>
                <a:cs typeface="Arial Black" panose="020B0A04020102020204"/>
              </a:rPr>
              <a:t>ISP</a:t>
            </a:r>
            <a:r>
              <a:rPr sz="3100" spc="-28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60" dirty="0">
                <a:latin typeface="Arial Black" panose="020B0A04020102020204"/>
                <a:cs typeface="Arial Black" panose="020B0A04020102020204"/>
              </a:rPr>
              <a:t>Cache):</a:t>
            </a:r>
            <a:endParaRPr sz="3100">
              <a:latin typeface="Arial Black" panose="020B0A04020102020204"/>
              <a:cs typeface="Arial Black" panose="020B0A04020102020204"/>
            </a:endParaRPr>
          </a:p>
          <a:p>
            <a:pPr marL="12700" marR="2774950">
              <a:lnSpc>
                <a:spcPct val="115000"/>
              </a:lnSpc>
              <a:spcBef>
                <a:spcPts val="4275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Suppose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1,000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students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0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university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open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same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Wikipedia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page.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Without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caching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All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1,000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requests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go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Wikipedia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server.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 marR="5080">
              <a:lnSpc>
                <a:spcPct val="115000"/>
              </a:lnSpc>
            </a:pPr>
            <a:r>
              <a:rPr sz="3100" spc="50" dirty="0">
                <a:latin typeface="Lucida Sans Unicode" panose="020B0602030504020204"/>
                <a:cs typeface="Lucida Sans Unicode" panose="020B0602030504020204"/>
              </a:rPr>
              <a:t>With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caching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50" dirty="0">
                <a:latin typeface="Lucida Sans Unicode" panose="020B0602030504020204"/>
                <a:cs typeface="Lucida Sans Unicode" panose="020B0602030504020204"/>
              </a:rPr>
              <a:t>(proxy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server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at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university)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first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request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fetches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5" dirty="0">
                <a:latin typeface="Lucida Sans Unicode" panose="020B0602030504020204"/>
                <a:cs typeface="Lucida Sans Unicode" panose="020B0602030504020204"/>
              </a:rPr>
              <a:t>page,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the </a:t>
            </a:r>
            <a:r>
              <a:rPr sz="3100" spc="-70" dirty="0">
                <a:latin typeface="Lucida Sans Unicode" panose="020B0602030504020204"/>
                <a:cs typeface="Lucida Sans Unicode" panose="020B0602030504020204"/>
              </a:rPr>
              <a:t>next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999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requests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are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served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from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cache.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3100" spc="-80" dirty="0">
                <a:latin typeface="Lucida Sans Unicode" panose="020B0602030504020204"/>
                <a:cs typeface="Lucida Sans Unicode" panose="020B0602030504020204"/>
              </a:rPr>
              <a:t>This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saves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bandwidth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1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75" dirty="0">
                <a:latin typeface="Lucida Sans Unicode" panose="020B0602030504020204"/>
                <a:cs typeface="Lucida Sans Unicode" panose="020B0602030504020204"/>
              </a:rPr>
              <a:t>makes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access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faster.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961130" y="4072936"/>
            <a:ext cx="6112993" cy="55629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DNS</a:t>
            </a:r>
            <a:r>
              <a:rPr spc="-420" dirty="0"/>
              <a:t> </a:t>
            </a:r>
            <a:r>
              <a:rPr spc="-225" dirty="0"/>
              <a:t>(Domain</a:t>
            </a:r>
            <a:r>
              <a:rPr spc="-420" dirty="0"/>
              <a:t> </a:t>
            </a:r>
            <a:r>
              <a:rPr spc="-310" dirty="0"/>
              <a:t>Name</a:t>
            </a:r>
            <a:r>
              <a:rPr spc="-415" dirty="0"/>
              <a:t> </a:t>
            </a:r>
            <a:r>
              <a:rPr spc="-295" dirty="0"/>
              <a:t>System):</a:t>
            </a:r>
            <a:endParaRPr spc="-29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073" y="2152707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3499" y="3429940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2074" y="4332275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362" y="6291250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362" y="6834175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362" y="7377100"/>
            <a:ext cx="133349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362" y="7920025"/>
            <a:ext cx="133349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5362" y="8462950"/>
            <a:ext cx="133349" cy="1333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08807" y="1875840"/>
            <a:ext cx="16770350" cy="687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4860" marR="5080" indent="96520">
              <a:lnSpc>
                <a:spcPct val="115000"/>
              </a:lnSpc>
              <a:spcBef>
                <a:spcPts val="100"/>
              </a:spcBef>
            </a:pPr>
            <a:r>
              <a:rPr sz="3100" spc="-140" dirty="0">
                <a:latin typeface="Arial Black" panose="020B0A04020102020204"/>
                <a:cs typeface="Arial Black" panose="020B0A04020102020204"/>
              </a:rPr>
              <a:t>Definition:</a:t>
            </a:r>
            <a:r>
              <a:rPr sz="3100" spc="-24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35" dirty="0">
                <a:latin typeface="Lucida Sans Unicode" panose="020B0602030504020204"/>
                <a:cs typeface="Lucida Sans Unicode" panose="020B0602030504020204"/>
              </a:rPr>
              <a:t>Translates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human-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readable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domain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names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(e.g.,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70" dirty="0">
                <a:latin typeface="Lucida Sans Unicode" panose="020B0602030504020204"/>
                <a:cs typeface="Lucida Sans Unicode" panose="020B0602030504020204"/>
                <a:hlinkClick r:id="rId6"/>
              </a:rPr>
              <a:t>www.google.com)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into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35" dirty="0">
                <a:latin typeface="Lucida Sans Unicode" panose="020B0602030504020204"/>
                <a:cs typeface="Lucida Sans Unicode" panose="020B0602030504020204"/>
              </a:rPr>
              <a:t>IP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addresses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(e.g.,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14" dirty="0">
                <a:latin typeface="Lucida Sans Unicode" panose="020B0602030504020204"/>
                <a:cs typeface="Lucida Sans Unicode" panose="020B0602030504020204"/>
              </a:rPr>
              <a:t>142.250.182.14).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860425">
              <a:lnSpc>
                <a:spcPct val="100000"/>
              </a:lnSpc>
              <a:spcBef>
                <a:spcPts val="2060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Easier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remember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names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than</a:t>
            </a:r>
            <a:r>
              <a:rPr sz="31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60" dirty="0">
                <a:latin typeface="Lucida Sans Unicode" panose="020B0602030504020204"/>
                <a:cs typeface="Lucida Sans Unicode" panose="020B0602030504020204"/>
              </a:rPr>
              <a:t>IP</a:t>
            </a:r>
            <a:r>
              <a:rPr sz="31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addresses.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889000">
              <a:lnSpc>
                <a:spcPct val="100000"/>
              </a:lnSpc>
              <a:spcBef>
                <a:spcPts val="3385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Provides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flexibility: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0" dirty="0">
                <a:latin typeface="Lucida Sans Unicode" panose="020B0602030504020204"/>
                <a:cs typeface="Lucida Sans Unicode" panose="020B0602030504020204"/>
              </a:rPr>
              <a:t>if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60" dirty="0">
                <a:latin typeface="Lucida Sans Unicode" panose="020B0602030504020204"/>
                <a:cs typeface="Lucida Sans Unicode" panose="020B0602030504020204"/>
              </a:rPr>
              <a:t>IP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50" dirty="0">
                <a:latin typeface="Lucida Sans Unicode" panose="020B0602030504020204"/>
                <a:cs typeface="Lucida Sans Unicode" panose="020B0602030504020204"/>
              </a:rPr>
              <a:t>changes,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domain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remains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same.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3430"/>
              </a:spcBef>
            </a:pPr>
            <a:r>
              <a:rPr sz="3400" spc="-355" dirty="0">
                <a:latin typeface="Arial Black" panose="020B0A04020102020204"/>
                <a:cs typeface="Arial Black" panose="020B0A04020102020204"/>
              </a:rPr>
              <a:t>Types</a:t>
            </a:r>
            <a:r>
              <a:rPr sz="3400" spc="-42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110" dirty="0">
                <a:latin typeface="Arial Black" panose="020B0A04020102020204"/>
                <a:cs typeface="Arial Black" panose="020B0A04020102020204"/>
              </a:rPr>
              <a:t>of</a:t>
            </a:r>
            <a:r>
              <a:rPr sz="3400" spc="-42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254" dirty="0">
                <a:latin typeface="Arial Black" panose="020B0A04020102020204"/>
                <a:cs typeface="Arial Black" panose="020B0A04020102020204"/>
              </a:rPr>
              <a:t>DNS</a:t>
            </a:r>
            <a:r>
              <a:rPr sz="3400" spc="-42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320" dirty="0">
                <a:latin typeface="Arial Black" panose="020B0A04020102020204"/>
                <a:cs typeface="Arial Black" panose="020B0A04020102020204"/>
              </a:rPr>
              <a:t>Records:</a:t>
            </a:r>
            <a:endParaRPr sz="3400">
              <a:latin typeface="Arial Black" panose="020B0A04020102020204"/>
              <a:cs typeface="Arial Black" panose="020B0A04020102020204"/>
            </a:endParaRPr>
          </a:p>
          <a:p>
            <a:pPr marL="612140" marR="8947150">
              <a:lnSpc>
                <a:spcPct val="115000"/>
              </a:lnSpc>
              <a:spcBef>
                <a:spcPts val="3640"/>
              </a:spcBef>
            </a:pPr>
            <a:r>
              <a:rPr sz="3100" spc="-7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Maps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domain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90" dirty="0">
                <a:latin typeface="Lucida Sans Unicode" panose="020B0602030504020204"/>
                <a:cs typeface="Lucida Sans Unicode" panose="020B0602030504020204"/>
              </a:rPr>
              <a:t>IPv4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address. </a:t>
            </a:r>
            <a:r>
              <a:rPr sz="3100" spc="-70" dirty="0">
                <a:latin typeface="Lucida Sans Unicode" panose="020B0602030504020204"/>
                <a:cs typeface="Lucida Sans Unicode" panose="020B0602030504020204"/>
              </a:rPr>
              <a:t>AAAA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Maps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domain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20" dirty="0">
                <a:latin typeface="Lucida Sans Unicode" panose="020B0602030504020204"/>
                <a:cs typeface="Lucida Sans Unicode" panose="020B0602030504020204"/>
              </a:rPr>
              <a:t>IPv6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address. </a:t>
            </a:r>
            <a:r>
              <a:rPr sz="3100" spc="55" dirty="0">
                <a:latin typeface="Lucida Sans Unicode" panose="020B0602030504020204"/>
                <a:cs typeface="Lucida Sans Unicode" panose="020B0602030504020204"/>
              </a:rPr>
              <a:t>CNAME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Alias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another</a:t>
            </a:r>
            <a:r>
              <a:rPr sz="3100" spc="-1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domain.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12140">
              <a:lnSpc>
                <a:spcPct val="100000"/>
              </a:lnSpc>
              <a:spcBef>
                <a:spcPts val="555"/>
              </a:spcBef>
            </a:pPr>
            <a:r>
              <a:rPr sz="3100" spc="60" dirty="0">
                <a:latin typeface="Lucida Sans Unicode" panose="020B0602030504020204"/>
                <a:cs typeface="Lucida Sans Unicode" panose="020B0602030504020204"/>
              </a:rPr>
              <a:t>MX</a:t>
            </a:r>
            <a:r>
              <a:rPr sz="31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Mail</a:t>
            </a:r>
            <a:r>
              <a:rPr sz="31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70" dirty="0">
                <a:latin typeface="Lucida Sans Unicode" panose="020B0602030504020204"/>
                <a:cs typeface="Lucida Sans Unicode" panose="020B0602030504020204"/>
              </a:rPr>
              <a:t>exchange</a:t>
            </a:r>
            <a:r>
              <a:rPr sz="31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server.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612140">
              <a:lnSpc>
                <a:spcPct val="100000"/>
              </a:lnSpc>
              <a:spcBef>
                <a:spcPts val="555"/>
              </a:spcBef>
            </a:pPr>
            <a:r>
              <a:rPr sz="3100" spc="140" dirty="0">
                <a:latin typeface="Lucida Sans Unicode" panose="020B0602030504020204"/>
                <a:cs typeface="Lucida Sans Unicode" panose="020B0602030504020204"/>
              </a:rPr>
              <a:t>NS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Authoritative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name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servers.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3" name="object 13"/>
          <p:cNvSpPr txBox="1"/>
          <p:nvPr/>
        </p:nvSpPr>
        <p:spPr>
          <a:xfrm rot="1800000">
            <a:off x="12816665" y="7139757"/>
            <a:ext cx="1452448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0"/>
              </a:lnSpc>
            </a:pPr>
            <a:r>
              <a:rPr sz="2550" baseline="3000" dirty="0">
                <a:latin typeface="Lucida Sans Unicode" panose="020B0602030504020204"/>
                <a:cs typeface="Lucida Sans Unicode" panose="020B0602030504020204"/>
              </a:rPr>
              <a:t>H</a:t>
            </a:r>
            <a:r>
              <a:rPr sz="2550" baseline="2000" dirty="0">
                <a:latin typeface="Lucida Sans Unicode" panose="020B0602030504020204"/>
                <a:cs typeface="Lucida Sans Unicode" panose="020B0602030504020204"/>
              </a:rPr>
              <a:t>TTP</a:t>
            </a:r>
            <a:r>
              <a:rPr sz="2550" spc="-165" baseline="20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50" spc="-15" baseline="2000" dirty="0">
                <a:latin typeface="Lucida Sans Unicode" panose="020B0602030504020204"/>
                <a:cs typeface="Lucida Sans Unicode" panose="020B0602030504020204"/>
              </a:rPr>
              <a:t>req</a:t>
            </a:r>
            <a:r>
              <a:rPr sz="1700" spc="-10" dirty="0">
                <a:latin typeface="Lucida Sans Unicode" panose="020B0602030504020204"/>
                <a:cs typeface="Lucida Sans Unicode" panose="020B0602030504020204"/>
              </a:rPr>
              <a:t>uest</a:t>
            </a:r>
            <a:endParaRPr sz="17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04587" y="9571845"/>
            <a:ext cx="161607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latin typeface="Lucida Sans Unicode" panose="020B0602030504020204"/>
                <a:cs typeface="Lucida Sans Unicode" panose="020B0602030504020204"/>
              </a:rPr>
              <a:t>HTTP</a:t>
            </a:r>
            <a:r>
              <a:rPr sz="1700" spc="-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700" spc="-10" dirty="0">
                <a:latin typeface="Lucida Sans Unicode" panose="020B0602030504020204"/>
                <a:cs typeface="Lucida Sans Unicode" panose="020B0602030504020204"/>
              </a:rPr>
              <a:t>response</a:t>
            </a:r>
            <a:endParaRPr sz="17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111622" y="205984"/>
            <a:ext cx="9124823" cy="5838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703" y="2863696"/>
            <a:ext cx="133349" cy="1333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130" dirty="0"/>
              <a:t> </a:t>
            </a:r>
            <a:r>
              <a:rPr dirty="0"/>
              <a:t>enters</a:t>
            </a:r>
            <a:r>
              <a:rPr spc="-125" dirty="0"/>
              <a:t> </a:t>
            </a:r>
            <a:r>
              <a:rPr spc="-65" dirty="0">
                <a:hlinkClick r:id="rId3"/>
              </a:rPr>
              <a:t>www.example.com</a:t>
            </a:r>
            <a:r>
              <a:rPr spc="-125" dirty="0"/>
              <a:t> </a:t>
            </a:r>
            <a:r>
              <a:rPr spc="-60" dirty="0"/>
              <a:t>in</a:t>
            </a:r>
            <a:r>
              <a:rPr spc="-130" dirty="0"/>
              <a:t> </a:t>
            </a:r>
            <a:r>
              <a:rPr spc="-10" dirty="0"/>
              <a:t>browser.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4005"/>
              </a:spcBef>
            </a:pPr>
            <a:r>
              <a:rPr spc="50" dirty="0"/>
              <a:t>Browser</a:t>
            </a:r>
            <a:r>
              <a:rPr spc="-175" dirty="0"/>
              <a:t> </a:t>
            </a:r>
            <a:r>
              <a:rPr spc="-10" dirty="0"/>
              <a:t>checks</a:t>
            </a:r>
            <a:r>
              <a:rPr spc="-170" dirty="0"/>
              <a:t> </a:t>
            </a:r>
            <a:r>
              <a:rPr dirty="0"/>
              <a:t>local</a:t>
            </a:r>
            <a:r>
              <a:rPr spc="-170" dirty="0"/>
              <a:t> </a:t>
            </a:r>
            <a:r>
              <a:rPr spc="-10" dirty="0"/>
              <a:t>cache.</a:t>
            </a:r>
            <a:endParaRPr spc="-10" dirty="0"/>
          </a:p>
          <a:p>
            <a:pPr marL="12700" marR="1065530">
              <a:lnSpc>
                <a:spcPts val="7730"/>
              </a:lnSpc>
              <a:spcBef>
                <a:spcPts val="920"/>
              </a:spcBef>
            </a:pPr>
            <a:r>
              <a:rPr dirty="0"/>
              <a:t>If</a:t>
            </a:r>
            <a:r>
              <a:rPr spc="-125" dirty="0"/>
              <a:t> </a:t>
            </a:r>
            <a:r>
              <a:rPr dirty="0"/>
              <a:t>not</a:t>
            </a:r>
            <a:r>
              <a:rPr spc="-120" dirty="0"/>
              <a:t> </a:t>
            </a:r>
            <a:r>
              <a:rPr spc="-35" dirty="0"/>
              <a:t>found,</a:t>
            </a:r>
            <a:r>
              <a:rPr spc="-120" dirty="0"/>
              <a:t> </a:t>
            </a:r>
            <a:r>
              <a:rPr dirty="0"/>
              <a:t>query</a:t>
            </a:r>
            <a:r>
              <a:rPr spc="-120" dirty="0"/>
              <a:t> </a:t>
            </a:r>
            <a:r>
              <a:rPr spc="-65" dirty="0"/>
              <a:t>goes</a:t>
            </a:r>
            <a:r>
              <a:rPr spc="-120" dirty="0"/>
              <a:t> </a:t>
            </a:r>
            <a:r>
              <a:rPr dirty="0"/>
              <a:t>to</a:t>
            </a:r>
            <a:r>
              <a:rPr spc="-120" dirty="0"/>
              <a:t> </a:t>
            </a:r>
            <a:r>
              <a:rPr dirty="0"/>
              <a:t>Recursive</a:t>
            </a:r>
            <a:r>
              <a:rPr spc="-120" dirty="0"/>
              <a:t> </a:t>
            </a:r>
            <a:r>
              <a:rPr dirty="0"/>
              <a:t>Resolver</a:t>
            </a:r>
            <a:r>
              <a:rPr spc="-120" dirty="0"/>
              <a:t> </a:t>
            </a:r>
            <a:r>
              <a:rPr dirty="0"/>
              <a:t>(usually</a:t>
            </a:r>
            <a:r>
              <a:rPr spc="-120" dirty="0"/>
              <a:t> </a:t>
            </a:r>
            <a:r>
              <a:rPr spc="60" dirty="0"/>
              <a:t>ISP). </a:t>
            </a:r>
            <a:r>
              <a:rPr dirty="0"/>
              <a:t>Resolver</a:t>
            </a:r>
            <a:r>
              <a:rPr spc="-130" dirty="0"/>
              <a:t> </a:t>
            </a:r>
            <a:r>
              <a:rPr dirty="0"/>
              <a:t>queries</a:t>
            </a:r>
            <a:r>
              <a:rPr spc="-125" dirty="0"/>
              <a:t> </a:t>
            </a:r>
            <a:r>
              <a:rPr dirty="0"/>
              <a:t>Root</a:t>
            </a:r>
            <a:r>
              <a:rPr spc="-130" dirty="0"/>
              <a:t> </a:t>
            </a:r>
            <a:r>
              <a:rPr spc="75" dirty="0"/>
              <a:t>Server</a:t>
            </a:r>
            <a:r>
              <a:rPr spc="-125" dirty="0"/>
              <a:t> </a:t>
            </a:r>
            <a:r>
              <a:rPr spc="-875" dirty="0"/>
              <a:t>→</a:t>
            </a:r>
            <a:r>
              <a:rPr spc="-130" dirty="0"/>
              <a:t> </a:t>
            </a:r>
            <a:r>
              <a:rPr dirty="0"/>
              <a:t>directs</a:t>
            </a:r>
            <a:r>
              <a:rPr spc="-125" dirty="0"/>
              <a:t> </a:t>
            </a:r>
            <a:r>
              <a:rPr dirty="0"/>
              <a:t>to</a:t>
            </a:r>
            <a:r>
              <a:rPr spc="-125" dirty="0"/>
              <a:t> </a:t>
            </a:r>
            <a:r>
              <a:rPr spc="-20" dirty="0"/>
              <a:t>TLD</a:t>
            </a:r>
            <a:r>
              <a:rPr spc="-130" dirty="0"/>
              <a:t> </a:t>
            </a:r>
            <a:r>
              <a:rPr dirty="0"/>
              <a:t>server</a:t>
            </a:r>
            <a:r>
              <a:rPr spc="-125" dirty="0"/>
              <a:t> </a:t>
            </a:r>
            <a:r>
              <a:rPr spc="-10" dirty="0"/>
              <a:t>(.com).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3075"/>
              </a:spcBef>
            </a:pPr>
            <a:r>
              <a:rPr spc="-20" dirty="0"/>
              <a:t>TLD</a:t>
            </a:r>
            <a:r>
              <a:rPr spc="-155" dirty="0"/>
              <a:t> </a:t>
            </a:r>
            <a:r>
              <a:rPr dirty="0"/>
              <a:t>server</a:t>
            </a:r>
            <a:r>
              <a:rPr spc="-155" dirty="0"/>
              <a:t> </a:t>
            </a:r>
            <a:r>
              <a:rPr dirty="0"/>
              <a:t>points</a:t>
            </a:r>
            <a:r>
              <a:rPr spc="-155" dirty="0"/>
              <a:t> </a:t>
            </a:r>
            <a:r>
              <a:rPr dirty="0"/>
              <a:t>to</a:t>
            </a:r>
            <a:r>
              <a:rPr spc="-155" dirty="0"/>
              <a:t> </a:t>
            </a:r>
            <a:r>
              <a:rPr dirty="0"/>
              <a:t>Authoritative</a:t>
            </a:r>
            <a:r>
              <a:rPr spc="-155" dirty="0"/>
              <a:t> </a:t>
            </a:r>
            <a:r>
              <a:rPr spc="95" dirty="0"/>
              <a:t>DNS</a:t>
            </a:r>
            <a:r>
              <a:rPr spc="-155" dirty="0"/>
              <a:t> </a:t>
            </a:r>
            <a:r>
              <a:rPr spc="75" dirty="0"/>
              <a:t>Server</a:t>
            </a:r>
            <a:r>
              <a:rPr spc="-155" dirty="0"/>
              <a:t> </a:t>
            </a:r>
            <a:r>
              <a:rPr dirty="0"/>
              <a:t>(for</a:t>
            </a:r>
            <a:r>
              <a:rPr spc="-155" dirty="0"/>
              <a:t> </a:t>
            </a:r>
            <a:r>
              <a:rPr spc="-10" dirty="0"/>
              <a:t>example.com).</a:t>
            </a:r>
            <a:endParaRPr spc="-10" dirty="0"/>
          </a:p>
          <a:p>
            <a:pPr marL="12700" marR="3839210">
              <a:lnSpc>
                <a:spcPts val="7730"/>
              </a:lnSpc>
              <a:spcBef>
                <a:spcPts val="720"/>
              </a:spcBef>
            </a:pPr>
            <a:r>
              <a:rPr dirty="0"/>
              <a:t>Authoritative</a:t>
            </a:r>
            <a:r>
              <a:rPr spc="-100" dirty="0"/>
              <a:t> </a:t>
            </a:r>
            <a:r>
              <a:rPr dirty="0"/>
              <a:t>server</a:t>
            </a:r>
            <a:r>
              <a:rPr spc="-100" dirty="0"/>
              <a:t> </a:t>
            </a:r>
            <a:r>
              <a:rPr dirty="0"/>
              <a:t>provides</a:t>
            </a:r>
            <a:r>
              <a:rPr spc="-95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spc="160" dirty="0"/>
              <a:t>IP</a:t>
            </a:r>
            <a:r>
              <a:rPr spc="-95" dirty="0"/>
              <a:t> </a:t>
            </a:r>
            <a:r>
              <a:rPr spc="-10" dirty="0"/>
              <a:t>address. </a:t>
            </a:r>
            <a:r>
              <a:rPr spc="50" dirty="0"/>
              <a:t>Browser</a:t>
            </a:r>
            <a:r>
              <a:rPr spc="-114" dirty="0"/>
              <a:t> </a:t>
            </a:r>
            <a:r>
              <a:rPr dirty="0"/>
              <a:t>connects</a:t>
            </a:r>
            <a:r>
              <a:rPr spc="-114" dirty="0"/>
              <a:t> </a:t>
            </a:r>
            <a:r>
              <a:rPr dirty="0"/>
              <a:t>to</a:t>
            </a:r>
            <a:r>
              <a:rPr spc="-114" dirty="0"/>
              <a:t> </a:t>
            </a:r>
            <a:r>
              <a:rPr dirty="0"/>
              <a:t>that</a:t>
            </a:r>
            <a:r>
              <a:rPr spc="-114" dirty="0"/>
              <a:t> </a:t>
            </a:r>
            <a:r>
              <a:rPr spc="160" dirty="0"/>
              <a:t>IP</a:t>
            </a:r>
            <a:r>
              <a:rPr spc="-114" dirty="0"/>
              <a:t> </a:t>
            </a:r>
            <a:r>
              <a:rPr dirty="0"/>
              <a:t>via</a:t>
            </a:r>
            <a:r>
              <a:rPr spc="-114" dirty="0"/>
              <a:t> </a:t>
            </a:r>
            <a:r>
              <a:rPr spc="-20" dirty="0"/>
              <a:t>HTTP/HTTPS.</a:t>
            </a:r>
            <a:endParaRPr spc="-20" dirty="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703" y="3844771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703" y="4825846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703" y="5806921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703" y="6787996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703" y="7769071"/>
            <a:ext cx="133349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703" y="8750146"/>
            <a:ext cx="133349" cy="13334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30548" y="1546728"/>
            <a:ext cx="45142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How</a:t>
            </a:r>
            <a:r>
              <a:rPr spc="-430" dirty="0"/>
              <a:t> </a:t>
            </a:r>
            <a:r>
              <a:rPr spc="-265" dirty="0"/>
              <a:t>does</a:t>
            </a:r>
            <a:r>
              <a:rPr spc="-430" dirty="0"/>
              <a:t> </a:t>
            </a:r>
            <a:r>
              <a:rPr spc="-254" dirty="0"/>
              <a:t>DNS</a:t>
            </a:r>
            <a:r>
              <a:rPr spc="-430" dirty="0"/>
              <a:t> </a:t>
            </a:r>
            <a:r>
              <a:rPr spc="-280" dirty="0"/>
              <a:t>Work</a:t>
            </a:r>
            <a:r>
              <a:rPr spc="-430" dirty="0"/>
              <a:t> </a:t>
            </a:r>
            <a:r>
              <a:rPr spc="-425" dirty="0"/>
              <a:t>?</a:t>
            </a:r>
            <a:endParaRPr spc="-4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367157" y="4811246"/>
            <a:ext cx="8920841" cy="52972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DNS</a:t>
            </a:r>
            <a:r>
              <a:rPr spc="-420" dirty="0"/>
              <a:t> </a:t>
            </a:r>
            <a:r>
              <a:rPr spc="-365" dirty="0"/>
              <a:t>Message</a:t>
            </a:r>
            <a:r>
              <a:rPr spc="-420" dirty="0"/>
              <a:t> </a:t>
            </a:r>
            <a:r>
              <a:rPr spc="-270" dirty="0"/>
              <a:t>Format</a:t>
            </a:r>
            <a:endParaRPr spc="-27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362" y="2067712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5497" y="3959377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6338" y="4618825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4191" y="5716422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5362" y="7592135"/>
            <a:ext cx="133349" cy="1333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53277" y="1790846"/>
            <a:ext cx="15695294" cy="7968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6490" marR="5080" indent="-2032635">
              <a:lnSpc>
                <a:spcPct val="115000"/>
              </a:lnSpc>
              <a:spcBef>
                <a:spcPts val="100"/>
              </a:spcBef>
            </a:pPr>
            <a:r>
              <a:rPr sz="3100" spc="-140" dirty="0">
                <a:latin typeface="Arial Black" panose="020B0A04020102020204"/>
                <a:cs typeface="Arial Black" panose="020B0A04020102020204"/>
              </a:rPr>
              <a:t>Definition:</a:t>
            </a:r>
            <a:r>
              <a:rPr sz="3100" spc="-24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7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95" dirty="0">
                <a:latin typeface="Lucida Sans Unicode" panose="020B0602030504020204"/>
                <a:cs typeface="Lucida Sans Unicode" panose="020B0602030504020204"/>
              </a:rPr>
              <a:t>DNS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50" dirty="0">
                <a:latin typeface="Lucida Sans Unicode" panose="020B0602030504020204"/>
                <a:cs typeface="Lucida Sans Unicode" panose="020B0602030504020204"/>
              </a:rPr>
              <a:t>message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5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used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communication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between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client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(resolver)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95" dirty="0">
                <a:latin typeface="Lucida Sans Unicode" panose="020B0602030504020204"/>
                <a:cs typeface="Lucida Sans Unicode" panose="020B0602030504020204"/>
              </a:rPr>
              <a:t>DNS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server.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70" dirty="0">
                <a:latin typeface="Lucida Sans Unicode" panose="020B0602030504020204"/>
                <a:cs typeface="Lucida Sans Unicode" panose="020B0602030504020204"/>
              </a:rPr>
              <a:t>It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has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header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sections.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  <a:tabLst>
                <a:tab pos="2780030" algn="l"/>
              </a:tabLst>
            </a:pPr>
            <a:r>
              <a:rPr sz="3000" spc="-315" dirty="0">
                <a:latin typeface="Arial Black" panose="020B0A04020102020204"/>
                <a:cs typeface="Arial Black" panose="020B0A04020102020204"/>
              </a:rPr>
              <a:t>Types</a:t>
            </a:r>
            <a:r>
              <a:rPr sz="3000" spc="-38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000" dirty="0">
                <a:latin typeface="Arial Black" panose="020B0A04020102020204"/>
                <a:cs typeface="Arial Black" panose="020B0A04020102020204"/>
              </a:rPr>
              <a:t>:</a:t>
            </a:r>
            <a:r>
              <a:rPr sz="3000" spc="15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000" spc="-20" dirty="0">
                <a:latin typeface="Lucida Sans Unicode" panose="020B0602030504020204"/>
                <a:cs typeface="Lucida Sans Unicode" panose="020B0602030504020204"/>
              </a:rPr>
              <a:t>Query</a:t>
            </a:r>
            <a:r>
              <a:rPr sz="3000" dirty="0"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3000" spc="-245" dirty="0">
                <a:latin typeface="Lucida Sans Unicode" panose="020B0602030504020204"/>
                <a:cs typeface="Lucida Sans Unicode" panose="020B0602030504020204"/>
              </a:rPr>
              <a:t>2.</a:t>
            </a:r>
            <a:r>
              <a:rPr sz="3000" spc="-2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000" spc="-10" dirty="0">
                <a:latin typeface="Lucida Sans Unicode" panose="020B0602030504020204"/>
                <a:cs typeface="Lucida Sans Unicode" panose="020B0602030504020204"/>
              </a:rPr>
              <a:t>Response</a:t>
            </a:r>
            <a:endParaRPr sz="3000">
              <a:latin typeface="Lucida Sans Unicode" panose="020B0602030504020204"/>
              <a:cs typeface="Lucida Sans Unicode" panose="020B0602030504020204"/>
            </a:endParaRPr>
          </a:p>
          <a:p>
            <a:pPr marL="368935" marR="5080" indent="28575">
              <a:lnSpc>
                <a:spcPct val="140000"/>
              </a:lnSpc>
              <a:spcBef>
                <a:spcPts val="440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Header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Section: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Contains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metadata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about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query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or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response: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5" dirty="0">
                <a:latin typeface="Lucida Sans Unicode" panose="020B0602030504020204"/>
                <a:cs typeface="Lucida Sans Unicode" panose="020B0602030504020204"/>
              </a:rPr>
              <a:t>ID,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QR,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Opcode Question</a:t>
            </a:r>
            <a:r>
              <a:rPr sz="31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Section: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80" dirty="0">
                <a:latin typeface="Lucida Sans Unicode" panose="020B0602030504020204"/>
                <a:cs typeface="Lucida Sans Unicode" panose="020B0602030504020204"/>
              </a:rPr>
              <a:t>Sent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65" dirty="0">
                <a:latin typeface="Lucida Sans Unicode" panose="020B0602030504020204"/>
                <a:cs typeface="Lucida Sans Unicode" panose="020B0602030504020204"/>
              </a:rPr>
              <a:t>by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client</a:t>
            </a:r>
            <a:r>
              <a:rPr sz="31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server.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336550" indent="38100">
              <a:lnSpc>
                <a:spcPct val="100000"/>
              </a:lnSpc>
              <a:spcBef>
                <a:spcPts val="555"/>
              </a:spcBef>
            </a:pPr>
            <a:r>
              <a:rPr sz="3100" spc="-635" dirty="0">
                <a:latin typeface="Lucida Sans Unicode" panose="020B0602030504020204"/>
                <a:cs typeface="Lucida Sans Unicode" panose="020B0602030504020204"/>
              </a:rPr>
              <a:t>-</a:t>
            </a:r>
            <a:r>
              <a:rPr sz="3100" spc="-245" dirty="0">
                <a:latin typeface="Lucida Sans Unicode" panose="020B0602030504020204"/>
                <a:cs typeface="Lucida Sans Unicode" panose="020B0602030504020204"/>
              </a:rPr>
              <a:t>&gt;The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75" dirty="0">
                <a:latin typeface="Lucida Sans Unicode" panose="020B0602030504020204"/>
                <a:cs typeface="Lucida Sans Unicode" panose="020B0602030504020204"/>
              </a:rPr>
              <a:t>type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of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query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65" dirty="0">
                <a:latin typeface="Lucida Sans Unicode" panose="020B0602030504020204"/>
                <a:cs typeface="Lucida Sans Unicode" panose="020B0602030504020204"/>
              </a:rPr>
              <a:t>(A,</a:t>
            </a:r>
            <a:r>
              <a:rPr sz="31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75" dirty="0">
                <a:latin typeface="Lucida Sans Unicode" panose="020B0602030504020204"/>
                <a:cs typeface="Lucida Sans Unicode" panose="020B0602030504020204"/>
              </a:rPr>
              <a:t>AAAA,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MX,</a:t>
            </a:r>
            <a:r>
              <a:rPr sz="3100" spc="-1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etc.).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246380" marR="8035925" indent="90170">
              <a:lnSpc>
                <a:spcPct val="115000"/>
              </a:lnSpc>
              <a:spcBef>
                <a:spcPts val="95"/>
              </a:spcBef>
            </a:pP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Answer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Section: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Contains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resource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records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(RRs)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45" dirty="0">
                <a:latin typeface="Lucida Sans Unicode" panose="020B0602030504020204"/>
                <a:cs typeface="Lucida Sans Unicode" panose="020B0602030504020204"/>
              </a:rPr>
              <a:t>answering</a:t>
            </a:r>
            <a:r>
              <a:rPr sz="3100" spc="-1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query.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49860">
              <a:lnSpc>
                <a:spcPct val="100000"/>
              </a:lnSpc>
              <a:spcBef>
                <a:spcPts val="555"/>
              </a:spcBef>
            </a:pPr>
            <a:r>
              <a:rPr sz="3100" spc="-50" dirty="0">
                <a:latin typeface="Lucida Sans Unicode" panose="020B0602030504020204"/>
                <a:cs typeface="Lucida Sans Unicode" panose="020B0602030504020204"/>
              </a:rPr>
              <a:t>Example:</a:t>
            </a:r>
            <a:r>
              <a:rPr sz="31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30" dirty="0">
                <a:latin typeface="Lucida Sans Unicode" panose="020B0602030504020204"/>
                <a:cs typeface="Lucida Sans Unicode" panose="020B0602030504020204"/>
              </a:rPr>
              <a:t>domain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875" dirty="0">
                <a:latin typeface="Lucida Sans Unicode" panose="020B0602030504020204"/>
                <a:cs typeface="Lucida Sans Unicode" panose="020B0602030504020204"/>
              </a:rPr>
              <a:t>→</a:t>
            </a:r>
            <a:r>
              <a:rPr sz="3100" spc="-2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60" dirty="0">
                <a:latin typeface="Lucida Sans Unicode" panose="020B0602030504020204"/>
                <a:cs typeface="Lucida Sans Unicode" panose="020B0602030504020204"/>
              </a:rPr>
              <a:t>IP</a:t>
            </a:r>
            <a:r>
              <a:rPr sz="31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mapping.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267970">
              <a:lnSpc>
                <a:spcPct val="100000"/>
              </a:lnSpc>
              <a:spcBef>
                <a:spcPts val="2500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Authority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Section: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Provides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 information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177800">
              <a:lnSpc>
                <a:spcPct val="100000"/>
              </a:lnSpc>
              <a:spcBef>
                <a:spcPts val="555"/>
              </a:spcBef>
            </a:pPr>
            <a:r>
              <a:rPr sz="3100" dirty="0">
                <a:latin typeface="Lucida Sans Unicode" panose="020B0602030504020204"/>
                <a:cs typeface="Lucida Sans Unicode" panose="020B0602030504020204"/>
              </a:rPr>
              <a:t>about</a:t>
            </a:r>
            <a:r>
              <a:rPr sz="31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authoritative</a:t>
            </a:r>
            <a:r>
              <a:rPr sz="31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95" dirty="0">
                <a:latin typeface="Lucida Sans Unicode" panose="020B0602030504020204"/>
                <a:cs typeface="Lucida Sans Unicode" panose="020B0602030504020204"/>
              </a:rPr>
              <a:t>DNS</a:t>
            </a:r>
            <a:r>
              <a:rPr sz="31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servers</a:t>
            </a:r>
            <a:r>
              <a:rPr sz="3100" spc="-1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31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3100" spc="-1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domain.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  <a:p>
            <a:pPr marL="298450" marR="5768340" indent="-6350">
              <a:lnSpc>
                <a:spcPct val="115000"/>
              </a:lnSpc>
              <a:spcBef>
                <a:spcPts val="1945"/>
              </a:spcBef>
            </a:pP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Additional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Section: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Optional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info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that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may</a:t>
            </a:r>
            <a:r>
              <a:rPr sz="31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help</a:t>
            </a:r>
            <a:r>
              <a:rPr sz="31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25" dirty="0">
                <a:latin typeface="Lucida Sans Unicode" panose="020B0602030504020204"/>
                <a:cs typeface="Lucida Sans Unicode" panose="020B0602030504020204"/>
              </a:rPr>
              <a:t>the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client,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45" dirty="0">
                <a:latin typeface="Lucida Sans Unicode" panose="020B0602030504020204"/>
                <a:cs typeface="Lucida Sans Unicode" panose="020B0602030504020204"/>
              </a:rPr>
              <a:t>e.g.,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160" dirty="0">
                <a:latin typeface="Lucida Sans Unicode" panose="020B0602030504020204"/>
                <a:cs typeface="Lucida Sans Unicode" panose="020B0602030504020204"/>
              </a:rPr>
              <a:t>IP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addresses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dirty="0">
                <a:latin typeface="Lucida Sans Unicode" panose="020B0602030504020204"/>
                <a:cs typeface="Lucida Sans Unicode" panose="020B0602030504020204"/>
              </a:rPr>
              <a:t>of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name</a:t>
            </a:r>
            <a:r>
              <a:rPr sz="3100" spc="-1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100" spc="-10" dirty="0">
                <a:latin typeface="Lucida Sans Unicode" panose="020B0602030504020204"/>
                <a:cs typeface="Lucida Sans Unicode" panose="020B0602030504020204"/>
              </a:rPr>
              <a:t>servers.</a:t>
            </a:r>
            <a:endParaRPr sz="3100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102" y="8924925"/>
            <a:ext cx="133349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798313" y="8494946"/>
            <a:ext cx="99552" cy="994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4316" y="8494946"/>
            <a:ext cx="99552" cy="994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90064" y="8494946"/>
            <a:ext cx="99552" cy="994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36069" y="8494946"/>
            <a:ext cx="99552" cy="994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2073" y="8494946"/>
            <a:ext cx="99552" cy="994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27821" y="8494946"/>
            <a:ext cx="99552" cy="994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273824" y="8494946"/>
            <a:ext cx="99552" cy="994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9828" y="8494946"/>
            <a:ext cx="99552" cy="9946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5576" y="8494946"/>
            <a:ext cx="99552" cy="994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11581" y="8494946"/>
            <a:ext cx="99552" cy="994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98313" y="8736530"/>
            <a:ext cx="99552" cy="9946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44316" y="8736530"/>
            <a:ext cx="99552" cy="9946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290064" y="8736530"/>
            <a:ext cx="99552" cy="9946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36069" y="8736530"/>
            <a:ext cx="99552" cy="9946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82073" y="8736530"/>
            <a:ext cx="99552" cy="9946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27821" y="8736530"/>
            <a:ext cx="99552" cy="9946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73824" y="8736530"/>
            <a:ext cx="99552" cy="9946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519828" y="8736530"/>
            <a:ext cx="99552" cy="9946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65576" y="8736530"/>
            <a:ext cx="99552" cy="9946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11581" y="8736530"/>
            <a:ext cx="99552" cy="9946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98313" y="8978129"/>
            <a:ext cx="99552" cy="9946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44316" y="8978129"/>
            <a:ext cx="99552" cy="9946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290064" y="8978129"/>
            <a:ext cx="99552" cy="9946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536069" y="8978129"/>
            <a:ext cx="99552" cy="9946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82073" y="8978129"/>
            <a:ext cx="99552" cy="9946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027821" y="8978129"/>
            <a:ext cx="99552" cy="9946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273824" y="8978129"/>
            <a:ext cx="99552" cy="9946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519828" y="8978129"/>
            <a:ext cx="99552" cy="9946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765576" y="8978129"/>
            <a:ext cx="99552" cy="9946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011581" y="8978129"/>
            <a:ext cx="99552" cy="9946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798313" y="9219713"/>
            <a:ext cx="99552" cy="9946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044316" y="9219713"/>
            <a:ext cx="99552" cy="9946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290064" y="9219713"/>
            <a:ext cx="99552" cy="9946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536069" y="9219713"/>
            <a:ext cx="99552" cy="9946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782073" y="9219713"/>
            <a:ext cx="99552" cy="9946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027821" y="9219713"/>
            <a:ext cx="99552" cy="9946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273824" y="9219713"/>
            <a:ext cx="99552" cy="9946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519828" y="9219713"/>
            <a:ext cx="99552" cy="9946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765576" y="9219713"/>
            <a:ext cx="99552" cy="9946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011581" y="9219713"/>
            <a:ext cx="99552" cy="9946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519828" y="9461312"/>
            <a:ext cx="99552" cy="9946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765576" y="9461312"/>
            <a:ext cx="99552" cy="9946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011581" y="9461312"/>
            <a:ext cx="99552" cy="9946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519828" y="9702640"/>
            <a:ext cx="99552" cy="9946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765576" y="9702640"/>
            <a:ext cx="99552" cy="9946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011581" y="9702640"/>
            <a:ext cx="99552" cy="99463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12761834" y="8835482"/>
            <a:ext cx="5057140" cy="1451610"/>
            <a:chOff x="12761834" y="8835482"/>
            <a:chExt cx="5057140" cy="1451610"/>
          </a:xfrm>
        </p:grpSpPr>
        <p:sp>
          <p:nvSpPr>
            <p:cNvPr id="49" name="object 49"/>
            <p:cNvSpPr/>
            <p:nvPr/>
          </p:nvSpPr>
          <p:spPr>
            <a:xfrm>
              <a:off x="12761823" y="8835491"/>
              <a:ext cx="4737735" cy="1451610"/>
            </a:xfrm>
            <a:custGeom>
              <a:avLst/>
              <a:gdLst/>
              <a:ahLst/>
              <a:cxnLst/>
              <a:rect l="l" t="t" r="r" b="b"/>
              <a:pathLst>
                <a:path w="4737734" h="1451609">
                  <a:moveTo>
                    <a:pt x="4737620" y="400939"/>
                  </a:moveTo>
                  <a:lnTo>
                    <a:pt x="4736401" y="400939"/>
                  </a:lnTo>
                  <a:lnTo>
                    <a:pt x="4736401" y="0"/>
                  </a:lnTo>
                  <a:lnTo>
                    <a:pt x="0" y="400253"/>
                  </a:lnTo>
                  <a:lnTo>
                    <a:pt x="8102" y="400939"/>
                  </a:lnTo>
                  <a:lnTo>
                    <a:pt x="1041" y="400939"/>
                  </a:lnTo>
                  <a:lnTo>
                    <a:pt x="1041" y="1451521"/>
                  </a:lnTo>
                  <a:lnTo>
                    <a:pt x="4737620" y="1451521"/>
                  </a:lnTo>
                  <a:lnTo>
                    <a:pt x="4737620" y="400939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2963499" y="9156242"/>
              <a:ext cx="4855845" cy="1130935"/>
            </a:xfrm>
            <a:custGeom>
              <a:avLst/>
              <a:gdLst/>
              <a:ahLst/>
              <a:cxnLst/>
              <a:rect l="l" t="t" r="r" b="b"/>
              <a:pathLst>
                <a:path w="4855844" h="1130934">
                  <a:moveTo>
                    <a:pt x="4855413" y="0"/>
                  </a:moveTo>
                  <a:lnTo>
                    <a:pt x="444" y="400265"/>
                  </a:lnTo>
                  <a:lnTo>
                    <a:pt x="8750" y="400951"/>
                  </a:lnTo>
                  <a:lnTo>
                    <a:pt x="0" y="400951"/>
                  </a:lnTo>
                  <a:lnTo>
                    <a:pt x="0" y="1130769"/>
                  </a:lnTo>
                  <a:lnTo>
                    <a:pt x="4855134" y="1130769"/>
                  </a:lnTo>
                  <a:lnTo>
                    <a:pt x="4855134" y="800519"/>
                  </a:lnTo>
                  <a:lnTo>
                    <a:pt x="4855413" y="800531"/>
                  </a:lnTo>
                  <a:lnTo>
                    <a:pt x="4855413" y="0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390070" y="8494946"/>
            <a:ext cx="99552" cy="9946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44066" y="8494946"/>
            <a:ext cx="99552" cy="9946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898318" y="8494946"/>
            <a:ext cx="99552" cy="9946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52314" y="8494946"/>
            <a:ext cx="99552" cy="9946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310" y="8494946"/>
            <a:ext cx="99552" cy="99463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60562" y="8494946"/>
            <a:ext cx="99552" cy="99463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14558" y="8494946"/>
            <a:ext cx="99552" cy="9946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68554" y="8494946"/>
            <a:ext cx="99552" cy="9946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22806" y="8494946"/>
            <a:ext cx="99552" cy="99463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80311" y="8494946"/>
            <a:ext cx="96043" cy="9946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390070" y="8736530"/>
            <a:ext cx="99552" cy="99463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144066" y="8736530"/>
            <a:ext cx="99552" cy="99463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898318" y="8736530"/>
            <a:ext cx="99552" cy="99463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52314" y="8736530"/>
            <a:ext cx="99552" cy="99463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406310" y="8736530"/>
            <a:ext cx="99552" cy="99463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60562" y="8736530"/>
            <a:ext cx="99552" cy="99463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14558" y="8736530"/>
            <a:ext cx="99552" cy="99463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68554" y="8736530"/>
            <a:ext cx="99552" cy="99463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22806" y="8736530"/>
            <a:ext cx="99552" cy="9946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0311" y="8736530"/>
            <a:ext cx="96043" cy="99463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390070" y="8978129"/>
            <a:ext cx="99552" cy="9946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144066" y="8978129"/>
            <a:ext cx="99552" cy="99463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898318" y="8978129"/>
            <a:ext cx="99552" cy="9946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52314" y="8978129"/>
            <a:ext cx="99552" cy="99463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406310" y="8978129"/>
            <a:ext cx="99552" cy="9946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60562" y="8978129"/>
            <a:ext cx="99552" cy="99463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14558" y="8978129"/>
            <a:ext cx="99552" cy="99463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68554" y="8978129"/>
            <a:ext cx="99552" cy="99463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22806" y="8978129"/>
            <a:ext cx="99552" cy="99463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80311" y="8978129"/>
            <a:ext cx="96043" cy="99463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390070" y="9219713"/>
            <a:ext cx="99552" cy="99463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144066" y="9219713"/>
            <a:ext cx="99552" cy="99463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898318" y="9219713"/>
            <a:ext cx="99552" cy="99463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652314" y="9219713"/>
            <a:ext cx="99552" cy="9946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406310" y="9219713"/>
            <a:ext cx="99552" cy="99463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60562" y="9219713"/>
            <a:ext cx="99552" cy="99463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14558" y="9219713"/>
            <a:ext cx="99552" cy="99463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68554" y="9219713"/>
            <a:ext cx="99552" cy="9946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22806" y="9219713"/>
            <a:ext cx="99552" cy="99463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80311" y="9219713"/>
            <a:ext cx="96043" cy="99463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68554" y="9461312"/>
            <a:ext cx="99552" cy="99463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22806" y="9461312"/>
            <a:ext cx="99552" cy="99463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80311" y="9461312"/>
            <a:ext cx="96043" cy="99463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68554" y="9702640"/>
            <a:ext cx="99552" cy="99463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22806" y="9702640"/>
            <a:ext cx="99552" cy="99463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80311" y="9702640"/>
            <a:ext cx="96043" cy="99463"/>
          </a:xfrm>
          <a:prstGeom prst="rect">
            <a:avLst/>
          </a:prstGeom>
        </p:spPr>
      </p:pic>
      <p:grpSp>
        <p:nvGrpSpPr>
          <p:cNvPr id="97" name="object 97"/>
          <p:cNvGrpSpPr/>
          <p:nvPr/>
        </p:nvGrpSpPr>
        <p:grpSpPr>
          <a:xfrm>
            <a:off x="469013" y="8835482"/>
            <a:ext cx="5057140" cy="1451610"/>
            <a:chOff x="469013" y="8835482"/>
            <a:chExt cx="5057140" cy="1451610"/>
          </a:xfrm>
        </p:grpSpPr>
        <p:sp>
          <p:nvSpPr>
            <p:cNvPr id="98" name="object 98"/>
            <p:cNvSpPr/>
            <p:nvPr/>
          </p:nvSpPr>
          <p:spPr>
            <a:xfrm>
              <a:off x="788479" y="8835491"/>
              <a:ext cx="4737735" cy="1451610"/>
            </a:xfrm>
            <a:custGeom>
              <a:avLst/>
              <a:gdLst/>
              <a:ahLst/>
              <a:cxnLst/>
              <a:rect l="l" t="t" r="r" b="b"/>
              <a:pathLst>
                <a:path w="4737735" h="1451609">
                  <a:moveTo>
                    <a:pt x="4737620" y="400253"/>
                  </a:moveTo>
                  <a:lnTo>
                    <a:pt x="1219" y="0"/>
                  </a:lnTo>
                  <a:lnTo>
                    <a:pt x="1219" y="400939"/>
                  </a:lnTo>
                  <a:lnTo>
                    <a:pt x="0" y="400939"/>
                  </a:lnTo>
                  <a:lnTo>
                    <a:pt x="0" y="1451508"/>
                  </a:lnTo>
                  <a:lnTo>
                    <a:pt x="4736579" y="1451521"/>
                  </a:lnTo>
                  <a:lnTo>
                    <a:pt x="4736579" y="400939"/>
                  </a:lnTo>
                  <a:lnTo>
                    <a:pt x="4729505" y="400939"/>
                  </a:lnTo>
                  <a:lnTo>
                    <a:pt x="4737620" y="400253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69011" y="9156242"/>
              <a:ext cx="4855845" cy="1130935"/>
            </a:xfrm>
            <a:custGeom>
              <a:avLst/>
              <a:gdLst/>
              <a:ahLst/>
              <a:cxnLst/>
              <a:rect l="l" t="t" r="r" b="b"/>
              <a:pathLst>
                <a:path w="4855845" h="1130934">
                  <a:moveTo>
                    <a:pt x="4855413" y="400951"/>
                  </a:moveTo>
                  <a:lnTo>
                    <a:pt x="4846650" y="400951"/>
                  </a:lnTo>
                  <a:lnTo>
                    <a:pt x="4854968" y="400265"/>
                  </a:lnTo>
                  <a:lnTo>
                    <a:pt x="0" y="0"/>
                  </a:lnTo>
                  <a:lnTo>
                    <a:pt x="0" y="800531"/>
                  </a:lnTo>
                  <a:lnTo>
                    <a:pt x="279" y="800519"/>
                  </a:lnTo>
                  <a:lnTo>
                    <a:pt x="279" y="1130757"/>
                  </a:lnTo>
                  <a:lnTo>
                    <a:pt x="4855413" y="1130769"/>
                  </a:lnTo>
                  <a:lnTo>
                    <a:pt x="4855413" y="400951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0" name="object 10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6488435" y="1175964"/>
            <a:ext cx="99552" cy="99463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6242431" y="1175964"/>
            <a:ext cx="99552" cy="99463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996684" y="1175964"/>
            <a:ext cx="99552" cy="99463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5750680" y="1175964"/>
            <a:ext cx="99552" cy="99463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5504675" y="1175964"/>
            <a:ext cx="99552" cy="99463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258927" y="1175964"/>
            <a:ext cx="99552" cy="99463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012923" y="1175964"/>
            <a:ext cx="99552" cy="99463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4766920" y="1175964"/>
            <a:ext cx="99552" cy="99463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4521172" y="1175964"/>
            <a:ext cx="99552" cy="99463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4279581" y="1175964"/>
            <a:ext cx="95139" cy="99463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6488435" y="934380"/>
            <a:ext cx="99552" cy="99463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6242431" y="934380"/>
            <a:ext cx="99552" cy="99463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5996684" y="934380"/>
            <a:ext cx="99552" cy="99463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750680" y="934380"/>
            <a:ext cx="99552" cy="99463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5504675" y="934380"/>
            <a:ext cx="99552" cy="99463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5258927" y="934380"/>
            <a:ext cx="99552" cy="99463"/>
          </a:xfrm>
          <a:prstGeom prst="rect">
            <a:avLst/>
          </a:prstGeom>
        </p:spPr>
      </p:pic>
      <p:pic>
        <p:nvPicPr>
          <p:cNvPr id="116" name="object 116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5012923" y="934380"/>
            <a:ext cx="99552" cy="99463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4766920" y="934380"/>
            <a:ext cx="99552" cy="99463"/>
          </a:xfrm>
          <a:prstGeom prst="rect">
            <a:avLst/>
          </a:prstGeom>
        </p:spPr>
      </p:pic>
      <p:pic>
        <p:nvPicPr>
          <p:cNvPr id="118" name="object 118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4521172" y="934380"/>
            <a:ext cx="99552" cy="99463"/>
          </a:xfrm>
          <a:prstGeom prst="rect">
            <a:avLst/>
          </a:prstGeom>
        </p:spPr>
      </p:pic>
      <p:pic>
        <p:nvPicPr>
          <p:cNvPr id="119" name="object 11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4279581" y="934380"/>
            <a:ext cx="95139" cy="99463"/>
          </a:xfrm>
          <a:prstGeom prst="rect">
            <a:avLst/>
          </a:prstGeom>
        </p:spPr>
      </p:pic>
      <p:pic>
        <p:nvPicPr>
          <p:cNvPr id="120" name="object 12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6488435" y="692781"/>
            <a:ext cx="99552" cy="99463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6242431" y="692781"/>
            <a:ext cx="99552" cy="99463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996684" y="692781"/>
            <a:ext cx="99552" cy="99463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5750680" y="692781"/>
            <a:ext cx="99552" cy="99463"/>
          </a:xfrm>
          <a:prstGeom prst="rect">
            <a:avLst/>
          </a:prstGeom>
        </p:spPr>
      </p:pic>
      <p:pic>
        <p:nvPicPr>
          <p:cNvPr id="124" name="object 124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5504675" y="692781"/>
            <a:ext cx="99552" cy="99463"/>
          </a:xfrm>
          <a:prstGeom prst="rect">
            <a:avLst/>
          </a:prstGeom>
        </p:spPr>
      </p:pic>
      <p:pic>
        <p:nvPicPr>
          <p:cNvPr id="125" name="object 12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258927" y="692781"/>
            <a:ext cx="99552" cy="99463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012923" y="692781"/>
            <a:ext cx="99552" cy="99463"/>
          </a:xfrm>
          <a:prstGeom prst="rect">
            <a:avLst/>
          </a:prstGeom>
        </p:spPr>
      </p:pic>
      <p:pic>
        <p:nvPicPr>
          <p:cNvPr id="127" name="object 12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4521172" y="692781"/>
            <a:ext cx="99552" cy="99463"/>
          </a:xfrm>
          <a:prstGeom prst="rect">
            <a:avLst/>
          </a:prstGeom>
        </p:spPr>
      </p:pic>
      <p:pic>
        <p:nvPicPr>
          <p:cNvPr id="128" name="object 12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4766920" y="692781"/>
            <a:ext cx="99552" cy="99463"/>
          </a:xfrm>
          <a:prstGeom prst="rect">
            <a:avLst/>
          </a:prstGeom>
        </p:spPr>
      </p:pic>
      <p:pic>
        <p:nvPicPr>
          <p:cNvPr id="129" name="object 12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4279581" y="692781"/>
            <a:ext cx="95139" cy="99463"/>
          </a:xfrm>
          <a:prstGeom prst="rect">
            <a:avLst/>
          </a:prstGeom>
        </p:spPr>
      </p:pic>
      <p:pic>
        <p:nvPicPr>
          <p:cNvPr id="130" name="object 13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6488435" y="451197"/>
            <a:ext cx="99552" cy="99463"/>
          </a:xfrm>
          <a:prstGeom prst="rect">
            <a:avLst/>
          </a:prstGeom>
        </p:spPr>
      </p:pic>
      <p:pic>
        <p:nvPicPr>
          <p:cNvPr id="131" name="object 131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6242431" y="451197"/>
            <a:ext cx="99552" cy="99463"/>
          </a:xfrm>
          <a:prstGeom prst="rect">
            <a:avLst/>
          </a:prstGeom>
        </p:spPr>
      </p:pic>
      <p:pic>
        <p:nvPicPr>
          <p:cNvPr id="132" name="object 132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5996684" y="451197"/>
            <a:ext cx="99552" cy="99463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5750680" y="451197"/>
            <a:ext cx="99552" cy="99463"/>
          </a:xfrm>
          <a:prstGeom prst="rect">
            <a:avLst/>
          </a:prstGeom>
        </p:spPr>
      </p:pic>
      <p:pic>
        <p:nvPicPr>
          <p:cNvPr id="134" name="object 134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5504675" y="451197"/>
            <a:ext cx="99552" cy="99463"/>
          </a:xfrm>
          <a:prstGeom prst="rect">
            <a:avLst/>
          </a:prstGeom>
        </p:spPr>
      </p:pic>
      <p:pic>
        <p:nvPicPr>
          <p:cNvPr id="135" name="object 13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5258927" y="451197"/>
            <a:ext cx="99552" cy="99463"/>
          </a:xfrm>
          <a:prstGeom prst="rect">
            <a:avLst/>
          </a:prstGeom>
        </p:spPr>
      </p:pic>
      <p:pic>
        <p:nvPicPr>
          <p:cNvPr id="136" name="object 136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5012923" y="451197"/>
            <a:ext cx="99552" cy="99463"/>
          </a:xfrm>
          <a:prstGeom prst="rect">
            <a:avLst/>
          </a:prstGeom>
        </p:spPr>
      </p:pic>
      <p:pic>
        <p:nvPicPr>
          <p:cNvPr id="137" name="object 137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4766920" y="451197"/>
            <a:ext cx="99552" cy="99463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4521172" y="451197"/>
            <a:ext cx="99552" cy="99463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4279581" y="451197"/>
            <a:ext cx="95139" cy="99463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4766920" y="209598"/>
            <a:ext cx="99552" cy="99463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4521172" y="209598"/>
            <a:ext cx="99552" cy="99463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4279581" y="209598"/>
            <a:ext cx="95139" cy="99463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4766920" y="0"/>
            <a:ext cx="99552" cy="67733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4521172" y="0"/>
            <a:ext cx="99552" cy="67733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4279581" y="0"/>
            <a:ext cx="95139" cy="67733"/>
          </a:xfrm>
          <a:prstGeom prst="rect">
            <a:avLst/>
          </a:prstGeom>
        </p:spPr>
      </p:pic>
      <p:grpSp>
        <p:nvGrpSpPr>
          <p:cNvPr id="146" name="object 146"/>
          <p:cNvGrpSpPr/>
          <p:nvPr/>
        </p:nvGrpSpPr>
        <p:grpSpPr>
          <a:xfrm>
            <a:off x="14567304" y="-1"/>
            <a:ext cx="3721100" cy="2479675"/>
            <a:chOff x="14567304" y="-1"/>
            <a:chExt cx="3721100" cy="2479675"/>
          </a:xfrm>
        </p:grpSpPr>
        <p:sp>
          <p:nvSpPr>
            <p:cNvPr id="147" name="object 147"/>
            <p:cNvSpPr/>
            <p:nvPr/>
          </p:nvSpPr>
          <p:spPr>
            <a:xfrm>
              <a:off x="14886839" y="11"/>
              <a:ext cx="3401695" cy="935355"/>
            </a:xfrm>
            <a:custGeom>
              <a:avLst/>
              <a:gdLst/>
              <a:ahLst/>
              <a:cxnLst/>
              <a:rect l="l" t="t" r="r" b="b"/>
              <a:pathLst>
                <a:path w="3401694" h="935355">
                  <a:moveTo>
                    <a:pt x="3401149" y="0"/>
                  </a:moveTo>
                  <a:lnTo>
                    <a:pt x="0" y="0"/>
                  </a:lnTo>
                  <a:lnTo>
                    <a:pt x="0" y="533946"/>
                  </a:lnTo>
                  <a:lnTo>
                    <a:pt x="1168" y="533946"/>
                  </a:lnTo>
                  <a:lnTo>
                    <a:pt x="1130" y="934885"/>
                  </a:lnTo>
                  <a:lnTo>
                    <a:pt x="3401149" y="647560"/>
                  </a:lnTo>
                  <a:lnTo>
                    <a:pt x="3401149" y="533946"/>
                  </a:lnTo>
                  <a:lnTo>
                    <a:pt x="3401149" y="421678"/>
                  </a:lnTo>
                  <a:lnTo>
                    <a:pt x="3401149" y="0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4567294" y="11"/>
              <a:ext cx="3721100" cy="614680"/>
            </a:xfrm>
            <a:custGeom>
              <a:avLst/>
              <a:gdLst/>
              <a:ahLst/>
              <a:cxnLst/>
              <a:rect l="l" t="t" r="r" b="b"/>
              <a:pathLst>
                <a:path w="3721100" h="614680">
                  <a:moveTo>
                    <a:pt x="3720693" y="0"/>
                  </a:moveTo>
                  <a:lnTo>
                    <a:pt x="2260879" y="0"/>
                  </a:lnTo>
                  <a:lnTo>
                    <a:pt x="368" y="0"/>
                  </a:lnTo>
                  <a:lnTo>
                    <a:pt x="76" y="0"/>
                  </a:lnTo>
                  <a:lnTo>
                    <a:pt x="0" y="614133"/>
                  </a:lnTo>
                  <a:lnTo>
                    <a:pt x="3720693" y="307390"/>
                  </a:lnTo>
                  <a:lnTo>
                    <a:pt x="3720693" y="213169"/>
                  </a:lnTo>
                  <a:lnTo>
                    <a:pt x="3720693" y="120345"/>
                  </a:lnTo>
                  <a:lnTo>
                    <a:pt x="3720693" y="0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481322" y="-1"/>
              <a:ext cx="1245235" cy="2437765"/>
            </a:xfrm>
            <a:custGeom>
              <a:avLst/>
              <a:gdLst/>
              <a:ahLst/>
              <a:cxnLst/>
              <a:rect l="l" t="t" r="r" b="b"/>
              <a:pathLst>
                <a:path w="1245234" h="2437765">
                  <a:moveTo>
                    <a:pt x="0" y="0"/>
                  </a:moveTo>
                  <a:lnTo>
                    <a:pt x="1245070" y="0"/>
                  </a:lnTo>
                  <a:lnTo>
                    <a:pt x="533498" y="2437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7239717" y="0"/>
              <a:ext cx="1048385" cy="2160270"/>
            </a:xfrm>
            <a:custGeom>
              <a:avLst/>
              <a:gdLst/>
              <a:ahLst/>
              <a:cxnLst/>
              <a:rect l="l" t="t" r="r" b="b"/>
              <a:pathLst>
                <a:path w="1048384" h="2160270">
                  <a:moveTo>
                    <a:pt x="1048283" y="0"/>
                  </a:moveTo>
                  <a:lnTo>
                    <a:pt x="360019" y="0"/>
                  </a:lnTo>
                  <a:lnTo>
                    <a:pt x="179705" y="0"/>
                  </a:lnTo>
                  <a:lnTo>
                    <a:pt x="0" y="0"/>
                  </a:lnTo>
                  <a:lnTo>
                    <a:pt x="106514" y="2127681"/>
                  </a:lnTo>
                  <a:lnTo>
                    <a:pt x="106807" y="2125141"/>
                  </a:lnTo>
                  <a:lnTo>
                    <a:pt x="106730" y="2127681"/>
                  </a:lnTo>
                  <a:lnTo>
                    <a:pt x="1048283" y="2159939"/>
                  </a:lnTo>
                  <a:lnTo>
                    <a:pt x="1048283" y="0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6897782" y="0"/>
              <a:ext cx="1390650" cy="2479675"/>
            </a:xfrm>
            <a:custGeom>
              <a:avLst/>
              <a:gdLst/>
              <a:ahLst/>
              <a:cxnLst/>
              <a:rect l="l" t="t" r="r" b="b"/>
              <a:pathLst>
                <a:path w="1390650" h="2479675">
                  <a:moveTo>
                    <a:pt x="1390218" y="0"/>
                  </a:moveTo>
                  <a:lnTo>
                    <a:pt x="402082" y="0"/>
                  </a:lnTo>
                  <a:lnTo>
                    <a:pt x="200685" y="0"/>
                  </a:lnTo>
                  <a:lnTo>
                    <a:pt x="0" y="0"/>
                  </a:lnTo>
                  <a:lnTo>
                    <a:pt x="116941" y="2435682"/>
                  </a:lnTo>
                  <a:lnTo>
                    <a:pt x="117221" y="2433231"/>
                  </a:lnTo>
                  <a:lnTo>
                    <a:pt x="117144" y="2435682"/>
                  </a:lnTo>
                  <a:lnTo>
                    <a:pt x="1390218" y="2479319"/>
                  </a:lnTo>
                  <a:lnTo>
                    <a:pt x="1390218" y="0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2" name="object 152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776100" y="1175964"/>
            <a:ext cx="99552" cy="99463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2022104" y="1175964"/>
            <a:ext cx="99552" cy="99463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2267852" y="1175964"/>
            <a:ext cx="99552" cy="99463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2513856" y="1175964"/>
            <a:ext cx="99552" cy="99463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2759860" y="1175964"/>
            <a:ext cx="99552" cy="99463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3005608" y="1175964"/>
            <a:ext cx="99552" cy="99463"/>
          </a:xfrm>
          <a:prstGeom prst="rect">
            <a:avLst/>
          </a:prstGeom>
        </p:spPr>
      </p:pic>
      <p:pic>
        <p:nvPicPr>
          <p:cNvPr id="158" name="object 158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3251611" y="1175964"/>
            <a:ext cx="99552" cy="99463"/>
          </a:xfrm>
          <a:prstGeom prst="rect">
            <a:avLst/>
          </a:prstGeom>
        </p:spPr>
      </p:pic>
      <p:pic>
        <p:nvPicPr>
          <p:cNvPr id="159" name="object 159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3497615" y="1175964"/>
            <a:ext cx="99552" cy="99463"/>
          </a:xfrm>
          <a:prstGeom prst="rect">
            <a:avLst/>
          </a:prstGeom>
        </p:spPr>
      </p:pic>
      <p:pic>
        <p:nvPicPr>
          <p:cNvPr id="160" name="object 160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3743363" y="1175964"/>
            <a:ext cx="99552" cy="99463"/>
          </a:xfrm>
          <a:prstGeom prst="rect">
            <a:avLst/>
          </a:prstGeom>
        </p:spPr>
      </p:pic>
      <p:pic>
        <p:nvPicPr>
          <p:cNvPr id="161" name="object 161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3989367" y="1175964"/>
            <a:ext cx="99552" cy="99463"/>
          </a:xfrm>
          <a:prstGeom prst="rect">
            <a:avLst/>
          </a:prstGeom>
        </p:spPr>
      </p:pic>
      <p:pic>
        <p:nvPicPr>
          <p:cNvPr id="162" name="object 162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776100" y="934380"/>
            <a:ext cx="99552" cy="99463"/>
          </a:xfrm>
          <a:prstGeom prst="rect">
            <a:avLst/>
          </a:prstGeom>
        </p:spPr>
      </p:pic>
      <p:pic>
        <p:nvPicPr>
          <p:cNvPr id="163" name="object 163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2022104" y="934380"/>
            <a:ext cx="99552" cy="99463"/>
          </a:xfrm>
          <a:prstGeom prst="rect">
            <a:avLst/>
          </a:prstGeom>
        </p:spPr>
      </p:pic>
      <p:pic>
        <p:nvPicPr>
          <p:cNvPr id="164" name="object 164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2267852" y="934380"/>
            <a:ext cx="99552" cy="99463"/>
          </a:xfrm>
          <a:prstGeom prst="rect">
            <a:avLst/>
          </a:prstGeom>
        </p:spPr>
      </p:pic>
      <p:pic>
        <p:nvPicPr>
          <p:cNvPr id="165" name="object 165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2513856" y="934380"/>
            <a:ext cx="99552" cy="99463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2759860" y="934380"/>
            <a:ext cx="99552" cy="99463"/>
          </a:xfrm>
          <a:prstGeom prst="rect">
            <a:avLst/>
          </a:prstGeom>
        </p:spPr>
      </p:pic>
      <p:pic>
        <p:nvPicPr>
          <p:cNvPr id="167" name="object 167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005608" y="934380"/>
            <a:ext cx="99552" cy="99463"/>
          </a:xfrm>
          <a:prstGeom prst="rect">
            <a:avLst/>
          </a:prstGeom>
        </p:spPr>
      </p:pic>
      <p:pic>
        <p:nvPicPr>
          <p:cNvPr id="168" name="object 168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251611" y="934380"/>
            <a:ext cx="99552" cy="99463"/>
          </a:xfrm>
          <a:prstGeom prst="rect">
            <a:avLst/>
          </a:prstGeom>
        </p:spPr>
      </p:pic>
      <p:pic>
        <p:nvPicPr>
          <p:cNvPr id="169" name="object 169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3497615" y="934380"/>
            <a:ext cx="99552" cy="99463"/>
          </a:xfrm>
          <a:prstGeom prst="rect">
            <a:avLst/>
          </a:prstGeom>
        </p:spPr>
      </p:pic>
      <p:pic>
        <p:nvPicPr>
          <p:cNvPr id="170" name="object 170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743363" y="934380"/>
            <a:ext cx="99552" cy="99463"/>
          </a:xfrm>
          <a:prstGeom prst="rect">
            <a:avLst/>
          </a:prstGeom>
        </p:spPr>
      </p:pic>
      <p:pic>
        <p:nvPicPr>
          <p:cNvPr id="171" name="object 171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3989367" y="934380"/>
            <a:ext cx="99552" cy="99463"/>
          </a:xfrm>
          <a:prstGeom prst="rect">
            <a:avLst/>
          </a:prstGeom>
        </p:spPr>
      </p:pic>
      <p:pic>
        <p:nvPicPr>
          <p:cNvPr id="172" name="object 172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1776100" y="692781"/>
            <a:ext cx="99552" cy="99463"/>
          </a:xfrm>
          <a:prstGeom prst="rect">
            <a:avLst/>
          </a:prstGeom>
        </p:spPr>
      </p:pic>
      <p:pic>
        <p:nvPicPr>
          <p:cNvPr id="173" name="object 173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2022104" y="692781"/>
            <a:ext cx="99552" cy="99463"/>
          </a:xfrm>
          <a:prstGeom prst="rect">
            <a:avLst/>
          </a:prstGeom>
        </p:spPr>
      </p:pic>
      <p:pic>
        <p:nvPicPr>
          <p:cNvPr id="174" name="object 174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2267852" y="692781"/>
            <a:ext cx="99552" cy="99463"/>
          </a:xfrm>
          <a:prstGeom prst="rect">
            <a:avLst/>
          </a:prstGeom>
        </p:spPr>
      </p:pic>
      <p:pic>
        <p:nvPicPr>
          <p:cNvPr id="175" name="object 175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513856" y="692781"/>
            <a:ext cx="99552" cy="99463"/>
          </a:xfrm>
          <a:prstGeom prst="rect">
            <a:avLst/>
          </a:prstGeom>
        </p:spPr>
      </p:pic>
      <p:pic>
        <p:nvPicPr>
          <p:cNvPr id="176" name="object 176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759860" y="692781"/>
            <a:ext cx="99552" cy="99463"/>
          </a:xfrm>
          <a:prstGeom prst="rect">
            <a:avLst/>
          </a:prstGeom>
        </p:spPr>
      </p:pic>
      <p:pic>
        <p:nvPicPr>
          <p:cNvPr id="177" name="object 177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005608" y="692781"/>
            <a:ext cx="99552" cy="99463"/>
          </a:xfrm>
          <a:prstGeom prst="rect">
            <a:avLst/>
          </a:prstGeom>
        </p:spPr>
      </p:pic>
      <p:pic>
        <p:nvPicPr>
          <p:cNvPr id="178" name="object 178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251611" y="692781"/>
            <a:ext cx="99552" cy="99463"/>
          </a:xfrm>
          <a:prstGeom prst="rect">
            <a:avLst/>
          </a:prstGeom>
        </p:spPr>
      </p:pic>
      <p:pic>
        <p:nvPicPr>
          <p:cNvPr id="179" name="object 179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3497615" y="692781"/>
            <a:ext cx="99552" cy="99463"/>
          </a:xfrm>
          <a:prstGeom prst="rect">
            <a:avLst/>
          </a:prstGeom>
        </p:spPr>
      </p:pic>
      <p:pic>
        <p:nvPicPr>
          <p:cNvPr id="180" name="object 180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743363" y="692781"/>
            <a:ext cx="99552" cy="99463"/>
          </a:xfrm>
          <a:prstGeom prst="rect">
            <a:avLst/>
          </a:prstGeom>
        </p:spPr>
      </p:pic>
      <p:pic>
        <p:nvPicPr>
          <p:cNvPr id="181" name="object 181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3989367" y="692781"/>
            <a:ext cx="99552" cy="99463"/>
          </a:xfrm>
          <a:prstGeom prst="rect">
            <a:avLst/>
          </a:prstGeom>
        </p:spPr>
      </p:pic>
      <p:pic>
        <p:nvPicPr>
          <p:cNvPr id="182" name="object 182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1776100" y="451197"/>
            <a:ext cx="99552" cy="99463"/>
          </a:xfrm>
          <a:prstGeom prst="rect">
            <a:avLst/>
          </a:prstGeom>
        </p:spPr>
      </p:pic>
      <p:pic>
        <p:nvPicPr>
          <p:cNvPr id="183" name="object 183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2022104" y="451197"/>
            <a:ext cx="99552" cy="99463"/>
          </a:xfrm>
          <a:prstGeom prst="rect">
            <a:avLst/>
          </a:prstGeom>
        </p:spPr>
      </p:pic>
      <p:pic>
        <p:nvPicPr>
          <p:cNvPr id="184" name="object 184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2267852" y="451197"/>
            <a:ext cx="99552" cy="99463"/>
          </a:xfrm>
          <a:prstGeom prst="rect">
            <a:avLst/>
          </a:prstGeom>
        </p:spPr>
      </p:pic>
      <p:pic>
        <p:nvPicPr>
          <p:cNvPr id="185" name="object 185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2513856" y="451197"/>
            <a:ext cx="99552" cy="99463"/>
          </a:xfrm>
          <a:prstGeom prst="rect">
            <a:avLst/>
          </a:prstGeom>
        </p:spPr>
      </p:pic>
      <p:pic>
        <p:nvPicPr>
          <p:cNvPr id="186" name="object 186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2759860" y="451197"/>
            <a:ext cx="99552" cy="99463"/>
          </a:xfrm>
          <a:prstGeom prst="rect">
            <a:avLst/>
          </a:prstGeom>
        </p:spPr>
      </p:pic>
      <p:pic>
        <p:nvPicPr>
          <p:cNvPr id="187" name="object 187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005608" y="451197"/>
            <a:ext cx="99552" cy="99463"/>
          </a:xfrm>
          <a:prstGeom prst="rect">
            <a:avLst/>
          </a:prstGeom>
        </p:spPr>
      </p:pic>
      <p:pic>
        <p:nvPicPr>
          <p:cNvPr id="188" name="object 188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251611" y="451197"/>
            <a:ext cx="99552" cy="99463"/>
          </a:xfrm>
          <a:prstGeom prst="rect">
            <a:avLst/>
          </a:prstGeom>
        </p:spPr>
      </p:pic>
      <p:pic>
        <p:nvPicPr>
          <p:cNvPr id="189" name="object 189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3497615" y="451197"/>
            <a:ext cx="99552" cy="99463"/>
          </a:xfrm>
          <a:prstGeom prst="rect">
            <a:avLst/>
          </a:prstGeom>
        </p:spPr>
      </p:pic>
      <p:pic>
        <p:nvPicPr>
          <p:cNvPr id="190" name="object 190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743363" y="451197"/>
            <a:ext cx="99552" cy="99463"/>
          </a:xfrm>
          <a:prstGeom prst="rect">
            <a:avLst/>
          </a:prstGeom>
        </p:spPr>
      </p:pic>
      <p:pic>
        <p:nvPicPr>
          <p:cNvPr id="191" name="object 191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3989367" y="451197"/>
            <a:ext cx="99552" cy="99463"/>
          </a:xfrm>
          <a:prstGeom prst="rect">
            <a:avLst/>
          </a:prstGeom>
        </p:spPr>
      </p:pic>
      <p:pic>
        <p:nvPicPr>
          <p:cNvPr id="192" name="object 192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3497615" y="209598"/>
            <a:ext cx="99552" cy="99463"/>
          </a:xfrm>
          <a:prstGeom prst="rect">
            <a:avLst/>
          </a:prstGeom>
        </p:spPr>
      </p:pic>
      <p:pic>
        <p:nvPicPr>
          <p:cNvPr id="193" name="object 193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3743363" y="209598"/>
            <a:ext cx="99552" cy="99463"/>
          </a:xfrm>
          <a:prstGeom prst="rect">
            <a:avLst/>
          </a:prstGeom>
        </p:spPr>
      </p:pic>
      <p:pic>
        <p:nvPicPr>
          <p:cNvPr id="194" name="object 194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3989367" y="209598"/>
            <a:ext cx="99552" cy="99463"/>
          </a:xfrm>
          <a:prstGeom prst="rect">
            <a:avLst/>
          </a:prstGeom>
        </p:spPr>
      </p:pic>
      <p:pic>
        <p:nvPicPr>
          <p:cNvPr id="195" name="object 195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3497615" y="0"/>
            <a:ext cx="99552" cy="67733"/>
          </a:xfrm>
          <a:prstGeom prst="rect">
            <a:avLst/>
          </a:prstGeom>
        </p:spPr>
      </p:pic>
      <p:pic>
        <p:nvPicPr>
          <p:cNvPr id="196" name="object 196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3743363" y="0"/>
            <a:ext cx="99552" cy="67733"/>
          </a:xfrm>
          <a:prstGeom prst="rect">
            <a:avLst/>
          </a:prstGeom>
        </p:spPr>
      </p:pic>
      <p:pic>
        <p:nvPicPr>
          <p:cNvPr id="197" name="object 197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3989367" y="0"/>
            <a:ext cx="98462" cy="67733"/>
          </a:xfrm>
          <a:prstGeom prst="rect">
            <a:avLst/>
          </a:prstGeom>
        </p:spPr>
      </p:pic>
      <p:grpSp>
        <p:nvGrpSpPr>
          <p:cNvPr id="198" name="object 198"/>
          <p:cNvGrpSpPr/>
          <p:nvPr/>
        </p:nvGrpSpPr>
        <p:grpSpPr>
          <a:xfrm>
            <a:off x="-31" y="0"/>
            <a:ext cx="3797300" cy="2528570"/>
            <a:chOff x="-31" y="0"/>
            <a:chExt cx="3797300" cy="2528570"/>
          </a:xfrm>
        </p:grpSpPr>
        <p:sp>
          <p:nvSpPr>
            <p:cNvPr id="199" name="object 199"/>
            <p:cNvSpPr/>
            <p:nvPr/>
          </p:nvSpPr>
          <p:spPr>
            <a:xfrm>
              <a:off x="0" y="0"/>
              <a:ext cx="3477260" cy="935355"/>
            </a:xfrm>
            <a:custGeom>
              <a:avLst/>
              <a:gdLst/>
              <a:ahLst/>
              <a:cxnLst/>
              <a:rect l="l" t="t" r="r" b="b"/>
              <a:pathLst>
                <a:path w="3477260" h="935355">
                  <a:moveTo>
                    <a:pt x="3477234" y="0"/>
                  </a:moveTo>
                  <a:lnTo>
                    <a:pt x="0" y="0"/>
                  </a:lnTo>
                  <a:lnTo>
                    <a:pt x="0" y="428129"/>
                  </a:lnTo>
                  <a:lnTo>
                    <a:pt x="0" y="533958"/>
                  </a:lnTo>
                  <a:lnTo>
                    <a:pt x="0" y="641146"/>
                  </a:lnTo>
                  <a:lnTo>
                    <a:pt x="3476104" y="934897"/>
                  </a:lnTo>
                  <a:lnTo>
                    <a:pt x="3476053" y="533958"/>
                  </a:lnTo>
                  <a:lnTo>
                    <a:pt x="3477234" y="533958"/>
                  </a:lnTo>
                  <a:lnTo>
                    <a:pt x="3477234" y="0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0" y="0"/>
              <a:ext cx="3797300" cy="614680"/>
            </a:xfrm>
            <a:custGeom>
              <a:avLst/>
              <a:gdLst/>
              <a:ahLst/>
              <a:cxnLst/>
              <a:rect l="l" t="t" r="r" b="b"/>
              <a:pathLst>
                <a:path w="3797300" h="614680">
                  <a:moveTo>
                    <a:pt x="3796779" y="614146"/>
                  </a:moveTo>
                  <a:lnTo>
                    <a:pt x="3796703" y="0"/>
                  </a:lnTo>
                  <a:lnTo>
                    <a:pt x="3796411" y="0"/>
                  </a:lnTo>
                  <a:lnTo>
                    <a:pt x="1535912" y="0"/>
                  </a:lnTo>
                  <a:lnTo>
                    <a:pt x="0" y="0"/>
                  </a:lnTo>
                  <a:lnTo>
                    <a:pt x="0" y="126631"/>
                  </a:lnTo>
                  <a:lnTo>
                    <a:pt x="0" y="213182"/>
                  </a:lnTo>
                  <a:lnTo>
                    <a:pt x="0" y="301129"/>
                  </a:lnTo>
                  <a:lnTo>
                    <a:pt x="3796779" y="614146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699442" y="32677"/>
              <a:ext cx="1262380" cy="2495550"/>
            </a:xfrm>
            <a:custGeom>
              <a:avLst/>
              <a:gdLst/>
              <a:ahLst/>
              <a:cxnLst/>
              <a:rect l="l" t="t" r="r" b="b"/>
              <a:pathLst>
                <a:path w="1262380" h="2495550">
                  <a:moveTo>
                    <a:pt x="1262180" y="43288"/>
                  </a:moveTo>
                  <a:lnTo>
                    <a:pt x="0" y="0"/>
                  </a:lnTo>
                  <a:lnTo>
                    <a:pt x="546247" y="2495470"/>
                  </a:lnTo>
                  <a:lnTo>
                    <a:pt x="1262180" y="43288"/>
                  </a:lnTo>
                  <a:close/>
                </a:path>
              </a:pathLst>
            </a:custGeom>
            <a:solidFill>
              <a:srgbClr val="12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-25" y="0"/>
              <a:ext cx="1198245" cy="2197100"/>
            </a:xfrm>
            <a:custGeom>
              <a:avLst/>
              <a:gdLst/>
              <a:ahLst/>
              <a:cxnLst/>
              <a:rect l="l" t="t" r="r" b="b"/>
              <a:pathLst>
                <a:path w="1198245" h="2197100">
                  <a:moveTo>
                    <a:pt x="1198003" y="12"/>
                  </a:moveTo>
                  <a:lnTo>
                    <a:pt x="1011389" y="12"/>
                  </a:lnTo>
                  <a:lnTo>
                    <a:pt x="826312" y="12"/>
                  </a:lnTo>
                  <a:lnTo>
                    <a:pt x="0" y="0"/>
                  </a:lnTo>
                  <a:lnTo>
                    <a:pt x="25" y="2164473"/>
                  </a:lnTo>
                  <a:lnTo>
                    <a:pt x="936053" y="2196604"/>
                  </a:lnTo>
                  <a:lnTo>
                    <a:pt x="936142" y="2193912"/>
                  </a:lnTo>
                  <a:lnTo>
                    <a:pt x="936282" y="2196617"/>
                  </a:lnTo>
                  <a:lnTo>
                    <a:pt x="1198003" y="12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-25" y="0"/>
              <a:ext cx="1541780" cy="2526665"/>
            </a:xfrm>
            <a:custGeom>
              <a:avLst/>
              <a:gdLst/>
              <a:ahLst/>
              <a:cxnLst/>
              <a:rect l="l" t="t" r="r" b="b"/>
              <a:pathLst>
                <a:path w="1541780" h="2526665">
                  <a:moveTo>
                    <a:pt x="1541703" y="12"/>
                  </a:moveTo>
                  <a:lnTo>
                    <a:pt x="1332357" y="12"/>
                  </a:lnTo>
                  <a:lnTo>
                    <a:pt x="1124610" y="12"/>
                  </a:lnTo>
                  <a:lnTo>
                    <a:pt x="0" y="0"/>
                  </a:lnTo>
                  <a:lnTo>
                    <a:pt x="25" y="2483853"/>
                  </a:lnTo>
                  <a:lnTo>
                    <a:pt x="1245704" y="2526601"/>
                  </a:lnTo>
                  <a:lnTo>
                    <a:pt x="1245781" y="2524150"/>
                  </a:lnTo>
                  <a:lnTo>
                    <a:pt x="1245908" y="2526614"/>
                  </a:lnTo>
                  <a:lnTo>
                    <a:pt x="1541703" y="12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7984490" y="5497830"/>
            <a:ext cx="2915920" cy="1097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50" spc="195" dirty="0">
                <a:latin typeface="Tahoma" panose="020B0604030504040204"/>
                <a:cs typeface="Tahoma" panose="020B0604030504040204"/>
              </a:rPr>
              <a:t>part-</a:t>
            </a:r>
            <a:r>
              <a:rPr lang="en-IN" altLang="" sz="7050" spc="195" dirty="0">
                <a:latin typeface="Tahoma" panose="020B0604030504040204"/>
                <a:cs typeface="Tahoma" panose="020B0604030504040204"/>
              </a:rPr>
              <a:t>2</a:t>
            </a:r>
            <a:endParaRPr lang="en-IN" altLang="" sz="7050" spc="195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5" name="object 205"/>
          <p:cNvSpPr txBox="1">
            <a:spLocks noGrp="1"/>
          </p:cNvSpPr>
          <p:nvPr>
            <p:ph type="title"/>
          </p:nvPr>
        </p:nvSpPr>
        <p:spPr>
          <a:xfrm>
            <a:off x="4409324" y="3594861"/>
            <a:ext cx="9469755" cy="1261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100" b="1" spc="-80" dirty="0">
                <a:latin typeface="Trebuchet MS" panose="020B0603020202020204"/>
                <a:cs typeface="Trebuchet MS" panose="020B0603020202020204"/>
              </a:rPr>
              <a:t>APPLICATION</a:t>
            </a:r>
            <a:r>
              <a:rPr sz="8100" b="1" spc="-4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8100" b="1" spc="-120" dirty="0">
                <a:latin typeface="Trebuchet MS" panose="020B0603020202020204"/>
                <a:cs typeface="Trebuchet MS" panose="020B0603020202020204"/>
              </a:rPr>
              <a:t>LAYER</a:t>
            </a:r>
            <a:endParaRPr sz="81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8499041" y="7250551"/>
            <a:ext cx="1290320" cy="835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300" spc="45" dirty="0">
                <a:latin typeface="Tahoma" panose="020B0604030504040204"/>
                <a:cs typeface="Tahoma" panose="020B0604030504040204"/>
              </a:rPr>
              <a:t>CNS</a:t>
            </a:r>
            <a:endParaRPr sz="53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5431770" y="7750175"/>
            <a:ext cx="2688590" cy="421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03655" algn="l"/>
              </a:tabLst>
            </a:pPr>
            <a:r>
              <a:rPr lang="en-IN" altLang="" sz="2650">
                <a:latin typeface="Lucida Sans Unicode" panose="020B0602030504020204"/>
                <a:cs typeface="Lucida Sans Unicode" panose="020B0602030504020204"/>
              </a:rPr>
              <a:t>Vaibhav Bodade</a:t>
            </a:r>
            <a:endParaRPr lang="en-IN" altLang="" sz="2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8015267" y="923944"/>
            <a:ext cx="18205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Tahoma" panose="020B0604030504040204"/>
                <a:cs typeface="Tahoma" panose="020B0604030504040204"/>
              </a:rPr>
              <a:t>Unit</a:t>
            </a:r>
            <a:r>
              <a:rPr sz="4400" spc="-275" dirty="0">
                <a:latin typeface="Tahoma" panose="020B0604030504040204"/>
                <a:cs typeface="Tahoma" panose="020B0604030504040204"/>
              </a:rPr>
              <a:t> </a:t>
            </a:r>
            <a:r>
              <a:rPr sz="4400" spc="350" dirty="0">
                <a:latin typeface="Tahoma" panose="020B0604030504040204"/>
                <a:cs typeface="Tahoma" panose="020B0604030504040204"/>
              </a:rPr>
              <a:t>-</a:t>
            </a:r>
            <a:r>
              <a:rPr sz="4400" spc="-275" dirty="0">
                <a:latin typeface="Tahoma" panose="020B0604030504040204"/>
                <a:cs typeface="Tahoma" panose="020B0604030504040204"/>
              </a:rPr>
              <a:t> </a:t>
            </a:r>
            <a:r>
              <a:rPr sz="4400" spc="-325" dirty="0">
                <a:latin typeface="Tahoma" panose="020B0604030504040204"/>
                <a:cs typeface="Tahoma" panose="020B0604030504040204"/>
              </a:rPr>
              <a:t>5</a:t>
            </a:r>
            <a:endParaRPr sz="4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i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5753100"/>
            <a:ext cx="7416800" cy="37084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Email Protocols</a:t>
            </a:r>
            <a:r>
              <a:rPr kumimoji="0" lang="en-IN" altLang="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 :</a:t>
            </a:r>
            <a:r>
              <a:rPr kumimoji="0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 </a:t>
            </a:r>
            <a:endParaRPr lang="en-I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092200" y="1676400"/>
            <a:ext cx="16281400" cy="72472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Email protocols are a collection of protocols that are used to send and receive emails properly. </a:t>
            </a:r>
            <a:endParaRPr kumimoji="0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The email protocols provide the ability for the client to transmit the mail to or from the intended mail server. </a:t>
            </a:r>
            <a:endParaRPr kumimoji="0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Email protocols are a set of commands for sharing mails between two computers.</a:t>
            </a:r>
            <a:endParaRPr kumimoji="0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There are three basic types of email protocols.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kumimoji="0" lang="en-IN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SMTP - Simple Mail Transfer Protocol</a:t>
            </a:r>
            <a:endParaRPr kumimoji="0" lang="en-IN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kumimoji="0" lang="en-IN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POP3 - Post Office Protocol v3</a:t>
            </a:r>
            <a:endParaRPr kumimoji="0" lang="en-IN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kumimoji="0" lang="en-IN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MIME - Multipurpose Internet Mail Extention </a:t>
            </a:r>
            <a:endParaRPr kumimoji="0" lang="en-IN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kumimoji="0" lang="en-IN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Webmail - Web based email service </a:t>
            </a:r>
            <a:endParaRPr kumimoji="0" lang="en-IN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811000" y="8953500"/>
            <a:ext cx="838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4097000" y="89535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mt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5200" y="6057900"/>
            <a:ext cx="7557135" cy="39243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Simple Mail Transfer Protocol  (SMTP)</a:t>
            </a:r>
            <a:r>
              <a:rPr kumimoji="0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 </a:t>
            </a:r>
            <a:endParaRPr lang="en-IN" altLang="en-US"/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811000" y="8953500"/>
            <a:ext cx="838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4097000" y="89535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52195" y="1714500"/>
            <a:ext cx="16389350" cy="782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SMTP (Simple Mail Transfer Protocol) is an application layer protocol used for sending and forwarding emails between mail clients and mail servers over the Internet. 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It is the standard protocol used to send emails across the Internet.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Works at the Application Layer of the OSI and TCP/IP models.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Uses TCP port 25 (or port 587 for secure submission, port 465 for SMTPS).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What Kind of Data SMTP Transfers</a:t>
            </a:r>
            <a:r>
              <a:rPr kumimoji="0" lang="en-IN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</a:t>
            </a:r>
            <a:r>
              <a:rPr kumimoji="0" lang="en-IN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:</a:t>
            </a:r>
            <a:endParaRPr kumimoji="0" lang="en-IN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IN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- </a:t>
            </a:r>
            <a:r>
              <a:rPr kumimoji="0" sz="3100" b="0" i="1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Text messages (basic email body).</a:t>
            </a:r>
            <a:endParaRPr kumimoji="0" sz="3100" b="0" i="1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en-US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Simple Mail Transfer Protocol  (SMTP)</a:t>
            </a:r>
            <a:r>
              <a:rPr kumimoji="0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 </a:t>
            </a:r>
            <a:endParaRPr lang="en-IN" altLang="en-US"/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811000" y="8953500"/>
            <a:ext cx="838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4097000" y="89535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" name="Picture 2" descr="smtp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1485900"/>
            <a:ext cx="15012670" cy="578040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8200" y="7124700"/>
            <a:ext cx="16703040" cy="2922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User sends email →</a:t>
            </a:r>
            <a:r>
              <a:rPr kumimoji="0" lang="en-US" altLang="en-US" sz="28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Email client (like Outlook, Gmail app) sends the email to the SMTP server.</a:t>
            </a:r>
            <a:endParaRPr kumimoji="0" lang="en-US" altLang="en-US" sz="28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SMTP server processes it</a:t>
            </a:r>
            <a:r>
              <a:rPr kumimoji="0" lang="en-US" altLang="en-US" sz="28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→ Checks recipient’s domain (@gmail.com, @yahoo.com).</a:t>
            </a:r>
            <a:endParaRPr kumimoji="0" lang="en-US" altLang="en-US" sz="28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If same domain → </a:t>
            </a:r>
            <a:r>
              <a:rPr kumimoji="0" lang="en-US" altLang="en-US" sz="28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Delivers directly to recipient’s mailbox.</a:t>
            </a:r>
            <a:endParaRPr kumimoji="0" lang="en-US" altLang="en-US" sz="28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If different domain →</a:t>
            </a:r>
            <a:r>
              <a:rPr kumimoji="0" lang="en-US" altLang="en-US" sz="28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SMTP server forwards it to recipient’s SMTP server using the Internet.</a:t>
            </a:r>
            <a:endParaRPr kumimoji="0" lang="en-US" altLang="en-US" sz="28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Recipient’s server stores the email until the user retrieves it (via POP3 or IMAP).</a:t>
            </a:r>
            <a:endParaRPr kumimoji="0" lang="en-US" altLang="en-US" sz="28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0" lang="en-US" altLang="en-US" sz="28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mt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5200" y="6057900"/>
            <a:ext cx="7557135" cy="39243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en-US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Simple Mail Transfer Protocol  (SMTP)</a:t>
            </a:r>
            <a:r>
              <a:rPr kumimoji="0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 </a:t>
            </a:r>
            <a:endParaRPr lang="en-IN" altLang="en-US"/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811000" y="8953500"/>
            <a:ext cx="838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4097000" y="89535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914400" y="1562100"/>
            <a:ext cx="16287750" cy="7851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Advantages of SMTP</a:t>
            </a:r>
            <a:endParaRPr kumimoji="0" lang="en-US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Reliable way to send emails.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Simple, standardized protocol used worldwide.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Supports relay servers, so email can hop across multiple servers.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Can handle bulk emails.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  <a:sym typeface="+mn-ea"/>
              </a:rPr>
              <a:t>Disadvantages of SMTP</a:t>
            </a:r>
            <a:endParaRPr kumimoji="0" lang="en-US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  <a:sym typeface="+mn-ea"/>
              </a:rPr>
              <a:t>Not secure by default (messages are plain text).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  <a:sym typeface="+mn-ea"/>
              </a:rPr>
              <a:t>Can be exploited for spam or phishing.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  <a:sym typeface="+mn-ea"/>
              </a:rPr>
              <a:t>Only handles sending, not receiving (needs POP3/IMAP for</a:t>
            </a:r>
            <a:r>
              <a:rPr lang="en-US" altLang="en-US" sz="3100">
                <a:sym typeface="+mn-ea"/>
              </a:rPr>
              <a:t> </a:t>
            </a: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  <a:sym typeface="+mn-ea"/>
              </a:rPr>
              <a:t>inbox</a:t>
            </a:r>
            <a:r>
              <a:rPr lang="en-US" altLang="en-US" sz="3100">
                <a:sym typeface="+mn-ea"/>
              </a:rPr>
              <a:t>)</a:t>
            </a:r>
            <a:endParaRPr lang="en-US" sz="3100"/>
          </a:p>
          <a:p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Applications of SMTP</a:t>
            </a:r>
            <a:endParaRPr kumimoji="0" lang="en-US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Sending emails from client to server.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Relaying emails between mail servers (e.g., Gmail → Yahoo).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Used in webmail, email clients, and mailing services.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Automated systems (notifications, password resets, alerts).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Post Office Protocol v3 (POP3)</a:t>
            </a:r>
            <a:r>
              <a:rPr kumimoji="0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 </a:t>
            </a:r>
            <a:endParaRPr lang="en-IN" altLang="en-US"/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811000" y="8953500"/>
            <a:ext cx="838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4097000" y="89535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52195" y="1714500"/>
            <a:ext cx="16389350" cy="782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POP (Post Office Protocol) is an Internet standard protocol (introduced in 1984) that works at the application layer to access emails from a mail server.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It is mainly needed when users do not have a continuous internet connection and want to download and read emails offline.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POP3 (Post Office Protocol v3) is the updated version of POP that allows retrieving and deleting messages from the server, storing them locally for offline access. 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What Kind of Data SMTP Transfers</a:t>
            </a:r>
            <a:r>
              <a:rPr kumimoji="0" lang="en-IN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</a:t>
            </a:r>
            <a:r>
              <a:rPr kumimoji="0" lang="en-IN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:</a:t>
            </a:r>
            <a:endParaRPr kumimoji="0" lang="en-IN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IN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- </a:t>
            </a:r>
            <a:r>
              <a:rPr kumimoji="0" sz="3100" b="0" i="1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Text messages (basic email body).</a:t>
            </a:r>
            <a:endParaRPr kumimoji="0" sz="3100" b="0" i="1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  <p:pic>
        <p:nvPicPr>
          <p:cNvPr id="3" name="Picture 2" descr="pop"/>
          <p:cNvPicPr>
            <a:picLocks noChangeAspect="1"/>
          </p:cNvPicPr>
          <p:nvPr/>
        </p:nvPicPr>
        <p:blipFill>
          <a:blip r:embed="rId1"/>
          <a:srcRect l="4651" t="16779" r="5116" b="8054"/>
          <a:stretch>
            <a:fillRect/>
          </a:stretch>
        </p:blipFill>
        <p:spPr>
          <a:xfrm>
            <a:off x="10515600" y="6743700"/>
            <a:ext cx="7391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en-US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Post Office Protocol v3 (POP3)</a:t>
            </a:r>
            <a:r>
              <a:rPr kumimoji="0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 </a:t>
            </a:r>
            <a:endParaRPr lang="en-IN" altLang="en-US"/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811000" y="8953500"/>
            <a:ext cx="838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4097000" y="89535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52195" y="1714500"/>
            <a:ext cx="16389350" cy="782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IN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Working of POP3 -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Connection –</a:t>
            </a: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Email client (like Outlook, Thunderbird, Gmail app) connects to the mail server using POP3.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Authentication –</a:t>
            </a: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User logs in with username &amp; password.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Transaction –</a:t>
            </a:r>
            <a:endParaRPr kumimoji="0" lang="en-US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Server sends a list of emails.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Client downloads selected/all emails.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By default, emails are deleted from the server once downloaded (can be configured to keep a copy).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Update –</a:t>
            </a: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Server updates mailbox status and closes the session.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en-US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Post Office Protocol v3 (POP3)</a:t>
            </a:r>
            <a:r>
              <a:rPr kumimoji="0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 </a:t>
            </a:r>
            <a:endParaRPr lang="en-IN" altLang="en-US"/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811000" y="8953500"/>
            <a:ext cx="838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4097000" y="89535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" name="Picture 2" descr="pop3"/>
          <p:cNvPicPr>
            <a:picLocks noChangeAspect="1"/>
          </p:cNvPicPr>
          <p:nvPr/>
        </p:nvPicPr>
        <p:blipFill>
          <a:blip r:embed="rId1"/>
          <a:srcRect r="1391"/>
          <a:stretch>
            <a:fillRect/>
          </a:stretch>
        </p:blipFill>
        <p:spPr>
          <a:xfrm>
            <a:off x="1447800" y="1409700"/>
            <a:ext cx="14859000" cy="81832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en-US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Post Office Protocol v3 (POP3)</a:t>
            </a:r>
            <a:r>
              <a:rPr kumimoji="0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 </a:t>
            </a:r>
            <a:endParaRPr lang="en-IN" altLang="en-US"/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811000" y="8953500"/>
            <a:ext cx="838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4097000" y="89535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914400" y="1485900"/>
            <a:ext cx="16389350" cy="782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Advantages of POP3</a:t>
            </a:r>
            <a:endParaRPr kumimoji="0" lang="en-US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Emails are available offline after download.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Reduces server storage usage (since emails are removed after download).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kumimoji="0" lang="en-US" altLang="en-US" sz="10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Disadvantages of POP3</a:t>
            </a:r>
            <a:endParaRPr kumimoji="0" lang="en-US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Emails not accessible from multiple devices (downloaded to one device).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If device crashes, emails may be lost (since server copy is deleted).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kumimoji="0" lang="en-US" altLang="en-US" sz="10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Applications of POP3</a:t>
            </a:r>
            <a:endParaRPr kumimoji="0" lang="en-US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Personal email retrieval (used in older clients like Outlook Express, Eudora).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Simple email download for single-device users.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Lightweight systems where server storage is limited.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en-US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Multipurpose Internet Mail Extention  (MIME) </a:t>
            </a:r>
            <a:endParaRPr lang="en-IN" altLang="en-US"/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811000" y="8953500"/>
            <a:ext cx="838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4097000" y="89535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52195" y="1714500"/>
            <a:ext cx="16389350" cy="782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MIME (Multipurpose Internet Mail Extensions) is a standard used to extend the format of email messagesallowing them to include more than just text. 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It enables the transmission of multimedia content such as images, audio, video, and attachments, within email messages, as well as other types of content types.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MIME works by encoding the message content in a way that ensures it can be transmitted over email protocols like SMTP  without loss of data or corruption.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457200">
              <a:lnSpc>
                <a:spcPct val="150000"/>
              </a:lnSpc>
              <a:buFont typeface="Arial" panose="020B0604020202020204" pitchFamily="34" charset="0"/>
              <a:buNone/>
            </a:pP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What Kind of Data SMTP Transfers</a:t>
            </a:r>
            <a:r>
              <a:rPr kumimoji="0" lang="en-IN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</a:t>
            </a:r>
            <a:r>
              <a:rPr kumimoji="0" lang="en-IN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:</a:t>
            </a:r>
            <a:endParaRPr kumimoji="0" lang="en-IN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IN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 - </a:t>
            </a:r>
            <a:r>
              <a:rPr kumimoji="0" sz="3100" b="0" i="1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Text messages (basic email body).</a:t>
            </a:r>
            <a:endParaRPr kumimoji="0" sz="3100" b="0" i="1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IN" altLang="" sz="3100" b="0" i="1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- Audio, Video, images etc.,</a:t>
            </a:r>
            <a:endParaRPr kumimoji="0" lang="en-IN" altLang="" sz="3100" b="0" i="1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  <p:pic>
        <p:nvPicPr>
          <p:cNvPr id="4" name="Picture 3" descr="mi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1375" y="6134735"/>
            <a:ext cx="8303260" cy="4152265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15392400" y="9486900"/>
            <a:ext cx="20574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en-US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Multipurpose Internet Mail Extention  (MIME) </a:t>
            </a:r>
            <a:endParaRPr lang="en-IN" altLang="en-US"/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11811000" y="8953500"/>
            <a:ext cx="838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4097000" y="89535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143000" y="1562100"/>
            <a:ext cx="16389350" cy="782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Advantages:</a:t>
            </a:r>
            <a:endParaRPr kumimoji="0" lang="en-US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Supports attachments (images, videos, documents).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Allows HTML emails with rich formatting.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Supports non-English characters using Unicode.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Disadvantages:</a:t>
            </a:r>
            <a:endParaRPr kumimoji="0" lang="en-US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Increases email size (Base64 encoding inflates data).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Email processing is slightly more complex than plain text emails.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US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Applications:</a:t>
            </a:r>
            <a:endParaRPr kumimoji="0" lang="en-US" altLang="en-US" sz="3100" b="1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Sending attachments via email.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Sending HTML newsletters or formatted emails.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Supporting multilingual content in emails.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  <p:pic>
        <p:nvPicPr>
          <p:cNvPr id="4" name="Picture 3" descr="mi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0" y="6134100"/>
            <a:ext cx="8303260" cy="4152265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15392400" y="9486900"/>
            <a:ext cx="20574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gmail"/>
          <p:cNvPicPr>
            <a:picLocks noChangeAspect="1"/>
          </p:cNvPicPr>
          <p:nvPr/>
        </p:nvPicPr>
        <p:blipFill>
          <a:blip r:embed="rId1"/>
          <a:srcRect t="32836" b="36976"/>
          <a:stretch>
            <a:fillRect/>
          </a:stretch>
        </p:blipFill>
        <p:spPr>
          <a:xfrm>
            <a:off x="10972800" y="8115300"/>
            <a:ext cx="7193915" cy="21717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en-US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WEBMAIL - Web-based email service  </a:t>
            </a:r>
            <a:endParaRPr lang="en-I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990600" y="1485900"/>
            <a:ext cx="16389350" cy="782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Webmail, also known as web-based email, is an email service that allows users to access, send, receive, and manage their email accounts through a web browser without the need to install dedicated email client software on a device.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kumimoji="0" lang="en-US" altLang="en-US" sz="16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This service operates as a cloud-based system, meaning email messages are stored on remote servers managed by the email provider, such as Gmail, Yahoo Mail, Outlook.com, or ProtonMail.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kumimoji="0" lang="en-US" altLang="en-US" sz="18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Users can access their accounts from any device with an internet connection and a compatible web browser, providing significant flexibility and convenience, especially for those who need to stay connected from multiple locations or devices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ahoo"/>
          <p:cNvPicPr>
            <a:picLocks noChangeAspect="1"/>
          </p:cNvPicPr>
          <p:nvPr/>
        </p:nvPicPr>
        <p:blipFill>
          <a:blip r:embed="rId1"/>
          <a:srcRect t="38985" b="36577"/>
          <a:stretch>
            <a:fillRect/>
          </a:stretch>
        </p:blipFill>
        <p:spPr>
          <a:xfrm>
            <a:off x="3048000" y="7086600"/>
            <a:ext cx="13095605" cy="32004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92200" y="625475"/>
            <a:ext cx="159004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en-IN" altLang="en-US" sz="3400" b="0" i="0" u="none" strike="noStrike" kern="0" cap="none" spc="-365" normalizeH="0" baseline="0" noProof="1" dirty="0">
                <a:solidFill>
                  <a:schemeClr val="tx1"/>
                </a:solidFill>
                <a:latin typeface="Arial Black" panose="020B0A04020102020204"/>
                <a:ea typeface="+mj-ea"/>
                <a:cs typeface="Arial Black" panose="020B0A04020102020204"/>
              </a:rPr>
              <a:t>WEBMAIL - Web-based email service  </a:t>
            </a:r>
            <a:endParaRPr lang="en-IN" altLang="en-US"/>
          </a:p>
        </p:txBody>
      </p:sp>
      <p:sp>
        <p:nvSpPr>
          <p:cNvPr id="8" name="Rectangles 7"/>
          <p:cNvSpPr/>
          <p:nvPr/>
        </p:nvSpPr>
        <p:spPr>
          <a:xfrm>
            <a:off x="12954000" y="5753100"/>
            <a:ext cx="838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5163800" y="5829300"/>
            <a:ext cx="914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6383000" y="8953500"/>
            <a:ext cx="685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92200" y="1485900"/>
            <a:ext cx="16389350" cy="7821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IN" altLang="en-US" sz="3100" b="1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Working of Webmail - 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User logs in to their webmail account via a browser.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Browser sends a request to the web server.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Web server communicates with the email server to retrieve messages.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Email server uses SMTP to send outgoing emails.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Email server uses IMAP or POP3 to receive and store incoming emails.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Web server displays the emails in the browser interface for the user.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3100" b="0" i="0" u="none" strike="noStrike" kern="0" cap="none" spc="0" normalizeH="0" baseline="0" noProof="1" dirty="0">
                <a:latin typeface="Lucida Sans Unicode" panose="020B0602030504020204"/>
                <a:ea typeface="Arial" panose="020B0604020202020204" pitchFamily="34" charset="0"/>
                <a:cs typeface="Lucida Sans Unicode" panose="020B0602030504020204"/>
              </a:rPr>
              <a:t>Actions like reading, deleting, or organizing emails are synchronized across all devices.</a:t>
            </a:r>
            <a:endParaRPr kumimoji="0" lang="en-US" altLang="en-US" sz="3100" b="0" i="0" u="none" strike="noStrike" kern="0" cap="none" spc="0" normalizeH="0" baseline="0" noProof="1" dirty="0">
              <a:latin typeface="Lucida Sans Unicode" panose="020B0602030504020204"/>
              <a:ea typeface="Arial" panose="020B0604020202020204" pitchFamily="34" charset="0"/>
              <a:cs typeface="Lucida Sans Unicode" panose="020B0602030504020204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392400" y="9486900"/>
            <a:ext cx="20574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1501" y="3978465"/>
            <a:ext cx="8125459" cy="1837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850" b="1" spc="-190" dirty="0">
                <a:latin typeface="Trebuchet MS" panose="020B0603020202020204"/>
                <a:cs typeface="Trebuchet MS" panose="020B0603020202020204"/>
              </a:rPr>
              <a:t>THANK</a:t>
            </a:r>
            <a:r>
              <a:rPr sz="11850" b="1" spc="-70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850" b="1" spc="-25" dirty="0">
                <a:latin typeface="Trebuchet MS" panose="020B0603020202020204"/>
                <a:cs typeface="Trebuchet MS" panose="020B0603020202020204"/>
              </a:rPr>
              <a:t>YOU</a:t>
            </a:r>
            <a:endParaRPr sz="1185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798313" y="8494946"/>
            <a:ext cx="99552" cy="994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4316" y="8494946"/>
            <a:ext cx="99552" cy="994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90064" y="8494946"/>
            <a:ext cx="99552" cy="994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36069" y="8494946"/>
            <a:ext cx="99552" cy="994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2073" y="8494946"/>
            <a:ext cx="99552" cy="994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27821" y="8494946"/>
            <a:ext cx="99552" cy="994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273824" y="8494946"/>
            <a:ext cx="99552" cy="9946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9828" y="8494946"/>
            <a:ext cx="99552" cy="994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5576" y="8494946"/>
            <a:ext cx="99552" cy="994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11581" y="8494946"/>
            <a:ext cx="99552" cy="9946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2761834" y="8736530"/>
            <a:ext cx="5103495" cy="1550670"/>
            <a:chOff x="12761834" y="8736530"/>
            <a:chExt cx="5103495" cy="155067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98313" y="8736530"/>
              <a:ext cx="99552" cy="994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44317" y="8736530"/>
              <a:ext cx="99552" cy="994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90064" y="8736530"/>
              <a:ext cx="99552" cy="994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536068" y="8736530"/>
              <a:ext cx="99552" cy="994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82072" y="8736530"/>
              <a:ext cx="99552" cy="994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27820" y="8736530"/>
              <a:ext cx="99552" cy="994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73824" y="8736530"/>
              <a:ext cx="99552" cy="994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19828" y="8736530"/>
              <a:ext cx="99552" cy="994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98313" y="8978129"/>
              <a:ext cx="99552" cy="994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44317" y="8978129"/>
              <a:ext cx="99552" cy="9946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290064" y="8978129"/>
              <a:ext cx="99552" cy="994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536068" y="8978129"/>
              <a:ext cx="99552" cy="9946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782072" y="8978129"/>
              <a:ext cx="99552" cy="994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27820" y="8978129"/>
              <a:ext cx="99552" cy="994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73824" y="8978129"/>
              <a:ext cx="99552" cy="9946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19828" y="8978129"/>
              <a:ext cx="99552" cy="9946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98313" y="9219713"/>
              <a:ext cx="99552" cy="994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44317" y="9219713"/>
              <a:ext cx="99552" cy="9946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90064" y="9219713"/>
              <a:ext cx="99552" cy="9946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536068" y="9219713"/>
              <a:ext cx="99552" cy="9946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782072" y="9219713"/>
              <a:ext cx="99552" cy="9946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027820" y="9219713"/>
              <a:ext cx="99552" cy="9946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273824" y="9219713"/>
              <a:ext cx="99552" cy="9946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19828" y="9219713"/>
              <a:ext cx="99552" cy="9946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765576" y="9219713"/>
              <a:ext cx="99552" cy="9946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19828" y="9461311"/>
              <a:ext cx="99552" cy="9946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765576" y="9461311"/>
              <a:ext cx="99552" cy="9946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519828" y="9702639"/>
              <a:ext cx="99552" cy="9946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765576" y="9702639"/>
              <a:ext cx="99552" cy="9946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2761823" y="8835491"/>
              <a:ext cx="4737735" cy="1451610"/>
            </a:xfrm>
            <a:custGeom>
              <a:avLst/>
              <a:gdLst/>
              <a:ahLst/>
              <a:cxnLst/>
              <a:rect l="l" t="t" r="r" b="b"/>
              <a:pathLst>
                <a:path w="4737734" h="1451609">
                  <a:moveTo>
                    <a:pt x="4737620" y="400939"/>
                  </a:moveTo>
                  <a:lnTo>
                    <a:pt x="4736401" y="400939"/>
                  </a:lnTo>
                  <a:lnTo>
                    <a:pt x="4736401" y="0"/>
                  </a:lnTo>
                  <a:lnTo>
                    <a:pt x="0" y="400253"/>
                  </a:lnTo>
                  <a:lnTo>
                    <a:pt x="8102" y="400939"/>
                  </a:lnTo>
                  <a:lnTo>
                    <a:pt x="1041" y="400939"/>
                  </a:lnTo>
                  <a:lnTo>
                    <a:pt x="1041" y="1451521"/>
                  </a:lnTo>
                  <a:lnTo>
                    <a:pt x="4737620" y="1451521"/>
                  </a:lnTo>
                  <a:lnTo>
                    <a:pt x="4737620" y="400939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2963499" y="9156242"/>
              <a:ext cx="4855845" cy="1130935"/>
            </a:xfrm>
            <a:custGeom>
              <a:avLst/>
              <a:gdLst/>
              <a:ahLst/>
              <a:cxnLst/>
              <a:rect l="l" t="t" r="r" b="b"/>
              <a:pathLst>
                <a:path w="4855844" h="1130934">
                  <a:moveTo>
                    <a:pt x="4855413" y="0"/>
                  </a:moveTo>
                  <a:lnTo>
                    <a:pt x="444" y="400265"/>
                  </a:lnTo>
                  <a:lnTo>
                    <a:pt x="8750" y="400951"/>
                  </a:lnTo>
                  <a:lnTo>
                    <a:pt x="0" y="400951"/>
                  </a:lnTo>
                  <a:lnTo>
                    <a:pt x="0" y="1130769"/>
                  </a:lnTo>
                  <a:lnTo>
                    <a:pt x="4855134" y="1130769"/>
                  </a:lnTo>
                  <a:lnTo>
                    <a:pt x="4855134" y="800519"/>
                  </a:lnTo>
                  <a:lnTo>
                    <a:pt x="4855413" y="800531"/>
                  </a:lnTo>
                  <a:lnTo>
                    <a:pt x="4855413" y="0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5" name="object 4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65576" y="8736530"/>
            <a:ext cx="99552" cy="9946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11581" y="8736530"/>
            <a:ext cx="99552" cy="9946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765576" y="8978129"/>
            <a:ext cx="99552" cy="9946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011581" y="8978129"/>
            <a:ext cx="99552" cy="9946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011581" y="9219713"/>
            <a:ext cx="99552" cy="9946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8011581" y="9461312"/>
            <a:ext cx="99552" cy="9946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011581" y="9702640"/>
            <a:ext cx="99552" cy="9946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390070" y="8494946"/>
            <a:ext cx="99552" cy="9946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44066" y="8494946"/>
            <a:ext cx="99552" cy="9946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898318" y="8494946"/>
            <a:ext cx="99552" cy="9946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52314" y="8494946"/>
            <a:ext cx="99552" cy="99463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310" y="8494946"/>
            <a:ext cx="99552" cy="99463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60562" y="8494946"/>
            <a:ext cx="99552" cy="9946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14558" y="8494946"/>
            <a:ext cx="99552" cy="9946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68554" y="8494946"/>
            <a:ext cx="99552" cy="99463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22806" y="8494946"/>
            <a:ext cx="99552" cy="9946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80311" y="8494946"/>
            <a:ext cx="96043" cy="99463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422806" y="8736530"/>
            <a:ext cx="5103495" cy="1550670"/>
            <a:chOff x="422806" y="8736530"/>
            <a:chExt cx="5103495" cy="1550670"/>
          </a:xfrm>
        </p:grpSpPr>
        <p:pic>
          <p:nvPicPr>
            <p:cNvPr id="63" name="object 6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390070" y="8736530"/>
              <a:ext cx="99552" cy="9946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44066" y="8736530"/>
              <a:ext cx="99552" cy="9946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98318" y="8736530"/>
              <a:ext cx="99552" cy="9946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52314" y="8736530"/>
              <a:ext cx="99552" cy="9946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06310" y="8736530"/>
              <a:ext cx="99552" cy="9946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60562" y="8736530"/>
              <a:ext cx="99552" cy="9946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4558" y="8736530"/>
              <a:ext cx="99552" cy="9946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8554" y="8736530"/>
              <a:ext cx="99552" cy="9946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390070" y="8978129"/>
              <a:ext cx="99552" cy="99463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144066" y="8978129"/>
              <a:ext cx="99552" cy="9946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98318" y="8978129"/>
              <a:ext cx="99552" cy="9946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06310" y="8978129"/>
              <a:ext cx="99552" cy="9946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52314" y="8978129"/>
              <a:ext cx="99552" cy="99463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60562" y="8978129"/>
              <a:ext cx="99552" cy="9946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14558" y="8978129"/>
              <a:ext cx="99552" cy="99463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68554" y="8978129"/>
              <a:ext cx="99552" cy="9946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390070" y="9219713"/>
              <a:ext cx="99552" cy="99463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144066" y="9219713"/>
              <a:ext cx="99552" cy="99463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98318" y="9219713"/>
              <a:ext cx="99552" cy="99463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52314" y="9219713"/>
              <a:ext cx="99552" cy="99463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06310" y="9219713"/>
              <a:ext cx="99552" cy="9946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60562" y="9219713"/>
              <a:ext cx="99552" cy="99463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14558" y="9219713"/>
              <a:ext cx="99552" cy="99463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8554" y="9219713"/>
              <a:ext cx="99552" cy="99463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22806" y="9219713"/>
              <a:ext cx="99552" cy="99463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68554" y="9461311"/>
              <a:ext cx="99552" cy="99463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2806" y="9461311"/>
              <a:ext cx="99552" cy="9946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68554" y="9702639"/>
              <a:ext cx="99552" cy="99463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22806" y="9702639"/>
              <a:ext cx="99552" cy="99463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788479" y="8835491"/>
              <a:ext cx="4737735" cy="1451610"/>
            </a:xfrm>
            <a:custGeom>
              <a:avLst/>
              <a:gdLst/>
              <a:ahLst/>
              <a:cxnLst/>
              <a:rect l="l" t="t" r="r" b="b"/>
              <a:pathLst>
                <a:path w="4737735" h="1451609">
                  <a:moveTo>
                    <a:pt x="4737620" y="400253"/>
                  </a:moveTo>
                  <a:lnTo>
                    <a:pt x="1219" y="0"/>
                  </a:lnTo>
                  <a:lnTo>
                    <a:pt x="1219" y="400939"/>
                  </a:lnTo>
                  <a:lnTo>
                    <a:pt x="0" y="400939"/>
                  </a:lnTo>
                  <a:lnTo>
                    <a:pt x="0" y="1451508"/>
                  </a:lnTo>
                  <a:lnTo>
                    <a:pt x="4736579" y="1451521"/>
                  </a:lnTo>
                  <a:lnTo>
                    <a:pt x="4736579" y="400939"/>
                  </a:lnTo>
                  <a:lnTo>
                    <a:pt x="4729505" y="400939"/>
                  </a:lnTo>
                  <a:lnTo>
                    <a:pt x="4737620" y="400253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69011" y="9156242"/>
              <a:ext cx="4855845" cy="1130935"/>
            </a:xfrm>
            <a:custGeom>
              <a:avLst/>
              <a:gdLst/>
              <a:ahLst/>
              <a:cxnLst/>
              <a:rect l="l" t="t" r="r" b="b"/>
              <a:pathLst>
                <a:path w="4855845" h="1130934">
                  <a:moveTo>
                    <a:pt x="4855413" y="400951"/>
                  </a:moveTo>
                  <a:lnTo>
                    <a:pt x="4846650" y="400951"/>
                  </a:lnTo>
                  <a:lnTo>
                    <a:pt x="4854968" y="400265"/>
                  </a:lnTo>
                  <a:lnTo>
                    <a:pt x="0" y="0"/>
                  </a:lnTo>
                  <a:lnTo>
                    <a:pt x="0" y="800531"/>
                  </a:lnTo>
                  <a:lnTo>
                    <a:pt x="279" y="800519"/>
                  </a:lnTo>
                  <a:lnTo>
                    <a:pt x="279" y="1130757"/>
                  </a:lnTo>
                  <a:lnTo>
                    <a:pt x="4855413" y="1130769"/>
                  </a:lnTo>
                  <a:lnTo>
                    <a:pt x="4855413" y="400951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4" name="object 9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22806" y="8736530"/>
            <a:ext cx="99552" cy="99463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80311" y="8736530"/>
            <a:ext cx="96043" cy="99463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22806" y="8978129"/>
            <a:ext cx="99552" cy="99463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80311" y="8978129"/>
            <a:ext cx="96043" cy="99463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80311" y="9219713"/>
            <a:ext cx="96043" cy="9946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80311" y="9461312"/>
            <a:ext cx="96043" cy="99463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80311" y="9702640"/>
            <a:ext cx="96043" cy="99463"/>
          </a:xfrm>
          <a:prstGeom prst="rect">
            <a:avLst/>
          </a:prstGeom>
        </p:spPr>
      </p:pic>
      <p:grpSp>
        <p:nvGrpSpPr>
          <p:cNvPr id="101" name="object 101"/>
          <p:cNvGrpSpPr/>
          <p:nvPr/>
        </p:nvGrpSpPr>
        <p:grpSpPr>
          <a:xfrm>
            <a:off x="14521172" y="-1"/>
            <a:ext cx="3767454" cy="2479675"/>
            <a:chOff x="14521172" y="-1"/>
            <a:chExt cx="3767454" cy="2479675"/>
          </a:xfrm>
        </p:grpSpPr>
        <p:pic>
          <p:nvPicPr>
            <p:cNvPr id="102" name="object 10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6488436" y="1175964"/>
              <a:ext cx="99552" cy="99463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488436" y="934380"/>
              <a:ext cx="99552" cy="99463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6242432" y="934380"/>
              <a:ext cx="99552" cy="99463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5996684" y="934380"/>
              <a:ext cx="99552" cy="99463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5750680" y="934380"/>
              <a:ext cx="99552" cy="99463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5504676" y="934380"/>
              <a:ext cx="99552" cy="99463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5258928" y="934380"/>
              <a:ext cx="99552" cy="99463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5012924" y="934380"/>
              <a:ext cx="99552" cy="99463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4766920" y="934380"/>
              <a:ext cx="99552" cy="99463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6488436" y="692781"/>
              <a:ext cx="99552" cy="99463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6242432" y="692781"/>
              <a:ext cx="99552" cy="99463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5996684" y="692781"/>
              <a:ext cx="99552" cy="9946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5750680" y="692781"/>
              <a:ext cx="99552" cy="99463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5504676" y="692781"/>
              <a:ext cx="99552" cy="99463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5258928" y="692781"/>
              <a:ext cx="99552" cy="99463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5012924" y="692781"/>
              <a:ext cx="99552" cy="99463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4766920" y="692781"/>
              <a:ext cx="99552" cy="99463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6488436" y="451197"/>
              <a:ext cx="99552" cy="99463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6242432" y="451197"/>
              <a:ext cx="99552" cy="99463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996684" y="451197"/>
              <a:ext cx="99552" cy="99463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5504676" y="451197"/>
              <a:ext cx="99552" cy="99463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5750680" y="451197"/>
              <a:ext cx="99552" cy="99463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258928" y="451197"/>
              <a:ext cx="99552" cy="99463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012924" y="451197"/>
              <a:ext cx="99552" cy="99463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4766920" y="451197"/>
              <a:ext cx="99552" cy="99463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4521172" y="451197"/>
              <a:ext cx="99552" cy="99463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4766920" y="209598"/>
              <a:ext cx="99552" cy="99463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4521172" y="209598"/>
              <a:ext cx="99552" cy="99463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4766920" y="0"/>
              <a:ext cx="99552" cy="67733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4521172" y="0"/>
              <a:ext cx="99552" cy="67733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14886839" y="11"/>
              <a:ext cx="3401695" cy="935355"/>
            </a:xfrm>
            <a:custGeom>
              <a:avLst/>
              <a:gdLst/>
              <a:ahLst/>
              <a:cxnLst/>
              <a:rect l="l" t="t" r="r" b="b"/>
              <a:pathLst>
                <a:path w="3401694" h="935355">
                  <a:moveTo>
                    <a:pt x="3401149" y="0"/>
                  </a:moveTo>
                  <a:lnTo>
                    <a:pt x="0" y="0"/>
                  </a:lnTo>
                  <a:lnTo>
                    <a:pt x="0" y="533946"/>
                  </a:lnTo>
                  <a:lnTo>
                    <a:pt x="1168" y="533946"/>
                  </a:lnTo>
                  <a:lnTo>
                    <a:pt x="1130" y="934885"/>
                  </a:lnTo>
                  <a:lnTo>
                    <a:pt x="3401149" y="647560"/>
                  </a:lnTo>
                  <a:lnTo>
                    <a:pt x="3401149" y="533946"/>
                  </a:lnTo>
                  <a:lnTo>
                    <a:pt x="3401149" y="421678"/>
                  </a:lnTo>
                  <a:lnTo>
                    <a:pt x="3401149" y="0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4567294" y="11"/>
              <a:ext cx="3721100" cy="614680"/>
            </a:xfrm>
            <a:custGeom>
              <a:avLst/>
              <a:gdLst/>
              <a:ahLst/>
              <a:cxnLst/>
              <a:rect l="l" t="t" r="r" b="b"/>
              <a:pathLst>
                <a:path w="3721100" h="614680">
                  <a:moveTo>
                    <a:pt x="3720693" y="0"/>
                  </a:moveTo>
                  <a:lnTo>
                    <a:pt x="2260879" y="0"/>
                  </a:lnTo>
                  <a:lnTo>
                    <a:pt x="368" y="0"/>
                  </a:lnTo>
                  <a:lnTo>
                    <a:pt x="76" y="0"/>
                  </a:lnTo>
                  <a:lnTo>
                    <a:pt x="0" y="614133"/>
                  </a:lnTo>
                  <a:lnTo>
                    <a:pt x="3720693" y="307390"/>
                  </a:lnTo>
                  <a:lnTo>
                    <a:pt x="3720693" y="213169"/>
                  </a:lnTo>
                  <a:lnTo>
                    <a:pt x="3720693" y="120345"/>
                  </a:lnTo>
                  <a:lnTo>
                    <a:pt x="3720693" y="0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6481322" y="-1"/>
              <a:ext cx="1245235" cy="2437765"/>
            </a:xfrm>
            <a:custGeom>
              <a:avLst/>
              <a:gdLst/>
              <a:ahLst/>
              <a:cxnLst/>
              <a:rect l="l" t="t" r="r" b="b"/>
              <a:pathLst>
                <a:path w="1245234" h="2437765">
                  <a:moveTo>
                    <a:pt x="0" y="0"/>
                  </a:moveTo>
                  <a:lnTo>
                    <a:pt x="1245070" y="0"/>
                  </a:lnTo>
                  <a:lnTo>
                    <a:pt x="533498" y="2437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7239717" y="0"/>
              <a:ext cx="1048385" cy="2160270"/>
            </a:xfrm>
            <a:custGeom>
              <a:avLst/>
              <a:gdLst/>
              <a:ahLst/>
              <a:cxnLst/>
              <a:rect l="l" t="t" r="r" b="b"/>
              <a:pathLst>
                <a:path w="1048384" h="2160270">
                  <a:moveTo>
                    <a:pt x="1048283" y="0"/>
                  </a:moveTo>
                  <a:lnTo>
                    <a:pt x="360019" y="0"/>
                  </a:lnTo>
                  <a:lnTo>
                    <a:pt x="179705" y="0"/>
                  </a:lnTo>
                  <a:lnTo>
                    <a:pt x="0" y="0"/>
                  </a:lnTo>
                  <a:lnTo>
                    <a:pt x="106514" y="2127681"/>
                  </a:lnTo>
                  <a:lnTo>
                    <a:pt x="106807" y="2125141"/>
                  </a:lnTo>
                  <a:lnTo>
                    <a:pt x="106730" y="2127681"/>
                  </a:lnTo>
                  <a:lnTo>
                    <a:pt x="1048283" y="2159939"/>
                  </a:lnTo>
                  <a:lnTo>
                    <a:pt x="1048283" y="0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6897782" y="0"/>
              <a:ext cx="1390650" cy="2479675"/>
            </a:xfrm>
            <a:custGeom>
              <a:avLst/>
              <a:gdLst/>
              <a:ahLst/>
              <a:cxnLst/>
              <a:rect l="l" t="t" r="r" b="b"/>
              <a:pathLst>
                <a:path w="1390650" h="2479675">
                  <a:moveTo>
                    <a:pt x="1390218" y="0"/>
                  </a:moveTo>
                  <a:lnTo>
                    <a:pt x="402082" y="0"/>
                  </a:lnTo>
                  <a:lnTo>
                    <a:pt x="200685" y="0"/>
                  </a:lnTo>
                  <a:lnTo>
                    <a:pt x="0" y="0"/>
                  </a:lnTo>
                  <a:lnTo>
                    <a:pt x="116941" y="2435682"/>
                  </a:lnTo>
                  <a:lnTo>
                    <a:pt x="117221" y="2433231"/>
                  </a:lnTo>
                  <a:lnTo>
                    <a:pt x="117144" y="2435682"/>
                  </a:lnTo>
                  <a:lnTo>
                    <a:pt x="1390218" y="2479319"/>
                  </a:lnTo>
                  <a:lnTo>
                    <a:pt x="1390218" y="0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7" name="object 13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6242431" y="1175964"/>
            <a:ext cx="99552" cy="99463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996684" y="1175964"/>
            <a:ext cx="99552" cy="99463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5750680" y="1175964"/>
            <a:ext cx="99552" cy="99463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5504675" y="1175964"/>
            <a:ext cx="99552" cy="99463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258927" y="1175964"/>
            <a:ext cx="99552" cy="99463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5012923" y="1175964"/>
            <a:ext cx="99552" cy="99463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4766920" y="1175964"/>
            <a:ext cx="99552" cy="99463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4521172" y="1175964"/>
            <a:ext cx="99552" cy="99463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4279581" y="1175964"/>
            <a:ext cx="95139" cy="99463"/>
          </a:xfrm>
          <a:prstGeom prst="rect">
            <a:avLst/>
          </a:prstGeom>
        </p:spPr>
      </p:pic>
      <p:pic>
        <p:nvPicPr>
          <p:cNvPr id="146" name="object 14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4521172" y="934380"/>
            <a:ext cx="99552" cy="99463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4279581" y="934380"/>
            <a:ext cx="95139" cy="99463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4521172" y="692781"/>
            <a:ext cx="99552" cy="99463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4279581" y="692781"/>
            <a:ext cx="95139" cy="99463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4279581" y="451197"/>
            <a:ext cx="95139" cy="99463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4279581" y="209598"/>
            <a:ext cx="95139" cy="99463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4279581" y="0"/>
            <a:ext cx="95139" cy="67733"/>
          </a:xfrm>
          <a:prstGeom prst="rect">
            <a:avLst/>
          </a:prstGeom>
        </p:spPr>
      </p:pic>
      <p:grpSp>
        <p:nvGrpSpPr>
          <p:cNvPr id="153" name="object 153"/>
          <p:cNvGrpSpPr/>
          <p:nvPr/>
        </p:nvGrpSpPr>
        <p:grpSpPr>
          <a:xfrm>
            <a:off x="-31" y="0"/>
            <a:ext cx="3843020" cy="2528570"/>
            <a:chOff x="-31" y="0"/>
            <a:chExt cx="3843020" cy="2528570"/>
          </a:xfrm>
        </p:grpSpPr>
        <p:pic>
          <p:nvPicPr>
            <p:cNvPr id="154" name="object 154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776100" y="1175964"/>
              <a:ext cx="99552" cy="99463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776100" y="934380"/>
              <a:ext cx="99552" cy="99463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022104" y="934380"/>
              <a:ext cx="99552" cy="99463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267852" y="934380"/>
              <a:ext cx="99552" cy="99463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513856" y="934380"/>
              <a:ext cx="99552" cy="99463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2759859" y="934380"/>
              <a:ext cx="99552" cy="99463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005607" y="934380"/>
              <a:ext cx="99552" cy="99463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251611" y="934380"/>
              <a:ext cx="99552" cy="99463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497615" y="934380"/>
              <a:ext cx="99552" cy="99463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776100" y="692781"/>
              <a:ext cx="99552" cy="99463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022104" y="692781"/>
              <a:ext cx="99552" cy="99463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267852" y="692781"/>
              <a:ext cx="99552" cy="99463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513856" y="692781"/>
              <a:ext cx="99552" cy="99463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759859" y="692781"/>
              <a:ext cx="99552" cy="99463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3005607" y="692781"/>
              <a:ext cx="99552" cy="99463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3251611" y="692781"/>
              <a:ext cx="99552" cy="99463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497615" y="692781"/>
              <a:ext cx="99552" cy="99463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776100" y="451197"/>
              <a:ext cx="99552" cy="99463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022104" y="451197"/>
              <a:ext cx="99552" cy="99463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2267852" y="451197"/>
              <a:ext cx="99552" cy="99463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2513856" y="451197"/>
              <a:ext cx="99552" cy="99463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759859" y="451197"/>
              <a:ext cx="99552" cy="99463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005607" y="451197"/>
              <a:ext cx="99552" cy="99463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251611" y="451197"/>
              <a:ext cx="99552" cy="99463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497615" y="451197"/>
              <a:ext cx="99552" cy="99463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743363" y="451197"/>
              <a:ext cx="99552" cy="99463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497615" y="209598"/>
              <a:ext cx="99552" cy="99463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743363" y="209598"/>
              <a:ext cx="99552" cy="99463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497615" y="0"/>
              <a:ext cx="99552" cy="67733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743363" y="0"/>
              <a:ext cx="99552" cy="67733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0" y="0"/>
              <a:ext cx="3477260" cy="935355"/>
            </a:xfrm>
            <a:custGeom>
              <a:avLst/>
              <a:gdLst/>
              <a:ahLst/>
              <a:cxnLst/>
              <a:rect l="l" t="t" r="r" b="b"/>
              <a:pathLst>
                <a:path w="3477260" h="935355">
                  <a:moveTo>
                    <a:pt x="3477234" y="0"/>
                  </a:moveTo>
                  <a:lnTo>
                    <a:pt x="0" y="0"/>
                  </a:lnTo>
                  <a:lnTo>
                    <a:pt x="0" y="428129"/>
                  </a:lnTo>
                  <a:lnTo>
                    <a:pt x="0" y="533958"/>
                  </a:lnTo>
                  <a:lnTo>
                    <a:pt x="0" y="641146"/>
                  </a:lnTo>
                  <a:lnTo>
                    <a:pt x="3476104" y="934897"/>
                  </a:lnTo>
                  <a:lnTo>
                    <a:pt x="3476053" y="533958"/>
                  </a:lnTo>
                  <a:lnTo>
                    <a:pt x="3477234" y="533958"/>
                  </a:lnTo>
                  <a:lnTo>
                    <a:pt x="3477234" y="0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0" y="0"/>
              <a:ext cx="3797300" cy="614680"/>
            </a:xfrm>
            <a:custGeom>
              <a:avLst/>
              <a:gdLst/>
              <a:ahLst/>
              <a:cxnLst/>
              <a:rect l="l" t="t" r="r" b="b"/>
              <a:pathLst>
                <a:path w="3797300" h="614680">
                  <a:moveTo>
                    <a:pt x="3796779" y="614146"/>
                  </a:moveTo>
                  <a:lnTo>
                    <a:pt x="3796703" y="0"/>
                  </a:lnTo>
                  <a:lnTo>
                    <a:pt x="3796411" y="0"/>
                  </a:lnTo>
                  <a:lnTo>
                    <a:pt x="1535912" y="0"/>
                  </a:lnTo>
                  <a:lnTo>
                    <a:pt x="0" y="0"/>
                  </a:lnTo>
                  <a:lnTo>
                    <a:pt x="0" y="126631"/>
                  </a:lnTo>
                  <a:lnTo>
                    <a:pt x="0" y="213182"/>
                  </a:lnTo>
                  <a:lnTo>
                    <a:pt x="0" y="301129"/>
                  </a:lnTo>
                  <a:lnTo>
                    <a:pt x="3796779" y="614146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699442" y="32677"/>
              <a:ext cx="1262380" cy="2495550"/>
            </a:xfrm>
            <a:custGeom>
              <a:avLst/>
              <a:gdLst/>
              <a:ahLst/>
              <a:cxnLst/>
              <a:rect l="l" t="t" r="r" b="b"/>
              <a:pathLst>
                <a:path w="1262380" h="2495550">
                  <a:moveTo>
                    <a:pt x="1262180" y="43288"/>
                  </a:moveTo>
                  <a:lnTo>
                    <a:pt x="0" y="0"/>
                  </a:lnTo>
                  <a:lnTo>
                    <a:pt x="546247" y="2495470"/>
                  </a:lnTo>
                  <a:lnTo>
                    <a:pt x="1262180" y="43288"/>
                  </a:lnTo>
                  <a:close/>
                </a:path>
              </a:pathLst>
            </a:custGeom>
            <a:solidFill>
              <a:srgbClr val="1211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-25" y="0"/>
              <a:ext cx="1198245" cy="2197100"/>
            </a:xfrm>
            <a:custGeom>
              <a:avLst/>
              <a:gdLst/>
              <a:ahLst/>
              <a:cxnLst/>
              <a:rect l="l" t="t" r="r" b="b"/>
              <a:pathLst>
                <a:path w="1198245" h="2197100">
                  <a:moveTo>
                    <a:pt x="1198003" y="12"/>
                  </a:moveTo>
                  <a:lnTo>
                    <a:pt x="1011389" y="12"/>
                  </a:lnTo>
                  <a:lnTo>
                    <a:pt x="826312" y="12"/>
                  </a:lnTo>
                  <a:lnTo>
                    <a:pt x="0" y="0"/>
                  </a:lnTo>
                  <a:lnTo>
                    <a:pt x="25" y="2164473"/>
                  </a:lnTo>
                  <a:lnTo>
                    <a:pt x="936053" y="2196604"/>
                  </a:lnTo>
                  <a:lnTo>
                    <a:pt x="936142" y="2193912"/>
                  </a:lnTo>
                  <a:lnTo>
                    <a:pt x="936282" y="2196617"/>
                  </a:lnTo>
                  <a:lnTo>
                    <a:pt x="1198003" y="12"/>
                  </a:lnTo>
                  <a:close/>
                </a:path>
              </a:pathLst>
            </a:custGeom>
            <a:solidFill>
              <a:srgbClr val="FDE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-25" y="0"/>
              <a:ext cx="1541780" cy="2526665"/>
            </a:xfrm>
            <a:custGeom>
              <a:avLst/>
              <a:gdLst/>
              <a:ahLst/>
              <a:cxnLst/>
              <a:rect l="l" t="t" r="r" b="b"/>
              <a:pathLst>
                <a:path w="1541780" h="2526665">
                  <a:moveTo>
                    <a:pt x="1541703" y="12"/>
                  </a:moveTo>
                  <a:lnTo>
                    <a:pt x="1332357" y="12"/>
                  </a:lnTo>
                  <a:lnTo>
                    <a:pt x="1124610" y="12"/>
                  </a:lnTo>
                  <a:lnTo>
                    <a:pt x="0" y="0"/>
                  </a:lnTo>
                  <a:lnTo>
                    <a:pt x="25" y="2483853"/>
                  </a:lnTo>
                  <a:lnTo>
                    <a:pt x="1245704" y="2526601"/>
                  </a:lnTo>
                  <a:lnTo>
                    <a:pt x="1245781" y="2524150"/>
                  </a:lnTo>
                  <a:lnTo>
                    <a:pt x="1245908" y="2526614"/>
                  </a:lnTo>
                  <a:lnTo>
                    <a:pt x="1541703" y="12"/>
                  </a:lnTo>
                  <a:close/>
                </a:path>
              </a:pathLst>
            </a:custGeom>
            <a:solidFill>
              <a:srgbClr val="F1982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9" name="object 189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2022104" y="1175964"/>
            <a:ext cx="99552" cy="99463"/>
          </a:xfrm>
          <a:prstGeom prst="rect">
            <a:avLst/>
          </a:prstGeom>
        </p:spPr>
      </p:pic>
      <p:pic>
        <p:nvPicPr>
          <p:cNvPr id="190" name="object 190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2267852" y="1175964"/>
            <a:ext cx="99552" cy="99463"/>
          </a:xfrm>
          <a:prstGeom prst="rect">
            <a:avLst/>
          </a:prstGeom>
        </p:spPr>
      </p:pic>
      <p:pic>
        <p:nvPicPr>
          <p:cNvPr id="191" name="object 191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2513856" y="1175964"/>
            <a:ext cx="99552" cy="99463"/>
          </a:xfrm>
          <a:prstGeom prst="rect">
            <a:avLst/>
          </a:prstGeom>
        </p:spPr>
      </p:pic>
      <p:pic>
        <p:nvPicPr>
          <p:cNvPr id="192" name="object 192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2759860" y="1175964"/>
            <a:ext cx="99552" cy="99463"/>
          </a:xfrm>
          <a:prstGeom prst="rect">
            <a:avLst/>
          </a:prstGeom>
        </p:spPr>
      </p:pic>
      <p:pic>
        <p:nvPicPr>
          <p:cNvPr id="193" name="object 193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3005608" y="1175964"/>
            <a:ext cx="99552" cy="99463"/>
          </a:xfrm>
          <a:prstGeom prst="rect">
            <a:avLst/>
          </a:prstGeom>
        </p:spPr>
      </p:pic>
      <p:pic>
        <p:nvPicPr>
          <p:cNvPr id="194" name="object 194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3251611" y="1175964"/>
            <a:ext cx="99552" cy="99463"/>
          </a:xfrm>
          <a:prstGeom prst="rect">
            <a:avLst/>
          </a:prstGeom>
        </p:spPr>
      </p:pic>
      <p:pic>
        <p:nvPicPr>
          <p:cNvPr id="195" name="object 195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3497615" y="1175964"/>
            <a:ext cx="99552" cy="99463"/>
          </a:xfrm>
          <a:prstGeom prst="rect">
            <a:avLst/>
          </a:prstGeom>
        </p:spPr>
      </p:pic>
      <p:pic>
        <p:nvPicPr>
          <p:cNvPr id="196" name="object 196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3743363" y="1175964"/>
            <a:ext cx="99552" cy="99463"/>
          </a:xfrm>
          <a:prstGeom prst="rect">
            <a:avLst/>
          </a:prstGeom>
        </p:spPr>
      </p:pic>
      <p:pic>
        <p:nvPicPr>
          <p:cNvPr id="197" name="object 197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3989367" y="1175964"/>
            <a:ext cx="99552" cy="99463"/>
          </a:xfrm>
          <a:prstGeom prst="rect">
            <a:avLst/>
          </a:prstGeom>
        </p:spPr>
      </p:pic>
      <p:pic>
        <p:nvPicPr>
          <p:cNvPr id="198" name="object 198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3743363" y="934380"/>
            <a:ext cx="99552" cy="99463"/>
          </a:xfrm>
          <a:prstGeom prst="rect">
            <a:avLst/>
          </a:prstGeom>
        </p:spPr>
      </p:pic>
      <p:pic>
        <p:nvPicPr>
          <p:cNvPr id="199" name="object 199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3989367" y="934380"/>
            <a:ext cx="99552" cy="99463"/>
          </a:xfrm>
          <a:prstGeom prst="rect">
            <a:avLst/>
          </a:prstGeom>
        </p:spPr>
      </p:pic>
      <p:pic>
        <p:nvPicPr>
          <p:cNvPr id="200" name="object 200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3743363" y="692781"/>
            <a:ext cx="99552" cy="99463"/>
          </a:xfrm>
          <a:prstGeom prst="rect">
            <a:avLst/>
          </a:prstGeom>
        </p:spPr>
      </p:pic>
      <p:pic>
        <p:nvPicPr>
          <p:cNvPr id="201" name="object 201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3989367" y="692781"/>
            <a:ext cx="99552" cy="99463"/>
          </a:xfrm>
          <a:prstGeom prst="rect">
            <a:avLst/>
          </a:prstGeom>
        </p:spPr>
      </p:pic>
      <p:pic>
        <p:nvPicPr>
          <p:cNvPr id="202" name="object 202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3989367" y="451197"/>
            <a:ext cx="99552" cy="99463"/>
          </a:xfrm>
          <a:prstGeom prst="rect">
            <a:avLst/>
          </a:prstGeom>
        </p:spPr>
      </p:pic>
      <p:pic>
        <p:nvPicPr>
          <p:cNvPr id="203" name="object 203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3989367" y="209598"/>
            <a:ext cx="99552" cy="99463"/>
          </a:xfrm>
          <a:prstGeom prst="rect">
            <a:avLst/>
          </a:prstGeom>
        </p:spPr>
      </p:pic>
      <p:pic>
        <p:nvPicPr>
          <p:cNvPr id="204" name="object 204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3989367" y="0"/>
            <a:ext cx="98462" cy="677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11943</Words>
  <Application>WPS Presentation</Application>
  <PresentationFormat>On-screen Show (4:3)</PresentationFormat>
  <Paragraphs>287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SimSun</vt:lpstr>
      <vt:lpstr>Wingdings</vt:lpstr>
      <vt:lpstr>Arial Black</vt:lpstr>
      <vt:lpstr>Lucida Sans Unicode</vt:lpstr>
      <vt:lpstr>Tahoma</vt:lpstr>
      <vt:lpstr>Trebuchet MS</vt:lpstr>
      <vt:lpstr>Microsoft YaHei</vt:lpstr>
      <vt:lpstr>Arial Unicode MS</vt:lpstr>
      <vt:lpstr>Calibri</vt:lpstr>
      <vt:lpstr>Wingdings</vt:lpstr>
      <vt:lpstr>Algerian</vt:lpstr>
      <vt:lpstr>Agency FB</vt:lpstr>
      <vt:lpstr>Arial Rounded MT Bold</vt:lpstr>
      <vt:lpstr>Arial Narrow</vt:lpstr>
      <vt:lpstr>Arial Black</vt:lpstr>
      <vt:lpstr>Bahnschrift</vt:lpstr>
      <vt:lpstr>Bahnschrift Condensed</vt:lpstr>
      <vt:lpstr>Bahnschrift Light</vt:lpstr>
      <vt:lpstr>Office Theme</vt:lpstr>
      <vt:lpstr>APPLICATION LAYER</vt:lpstr>
      <vt:lpstr>PowerPoint 演示文稿</vt:lpstr>
      <vt:lpstr>PowerPoint 演示文稿</vt:lpstr>
      <vt:lpstr>Overview of Application Layer Protocols:</vt:lpstr>
      <vt:lpstr>PowerPoint 演示文稿</vt:lpstr>
      <vt:lpstr>How WWW Works :</vt:lpstr>
      <vt:lpstr>Static Document:</vt:lpstr>
      <vt:lpstr>HTTP (HyperText Transfer Protocol):</vt:lpstr>
      <vt:lpstr>PowerPoint 演示文稿</vt:lpstr>
      <vt:lpstr>Web Caching:</vt:lpstr>
      <vt:lpstr>PowerPoint 演示文稿</vt:lpstr>
      <vt:lpstr>DNS (Domain Name System):</vt:lpstr>
      <vt:lpstr>How does DNS Work ?</vt:lpstr>
      <vt:lpstr>DNS Message Format</vt:lpstr>
      <vt:lpstr>APPLICATION LAYER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LAYER</dc:title>
  <dc:creator>BIKRAM GHOSH</dc:creator>
  <cp:keywords>DAGztcABrFg,BAFRVRhOFYI,0</cp:keywords>
  <cp:lastModifiedBy>VCM</cp:lastModifiedBy>
  <cp:revision>1</cp:revision>
  <dcterms:created xsi:type="dcterms:W3CDTF">2025-09-30T19:34:35Z</dcterms:created>
  <dcterms:modified xsi:type="dcterms:W3CDTF">2025-09-30T19:34:35Z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2025-09-28T05:30:00Z</vt:filetime>
  </property>
  <property fmtid="{D5CDD505-2E9C-101B-9397-08002B2CF9AE}" pid="3" name="Creator">
    <vt:lpwstr>Canva</vt:lpwstr>
  </property>
  <property fmtid="{D5CDD505-2E9C-101B-9397-08002B2CF9AE}" pid="4" name="LastSaved">
    <vt:filetime>2025-09-30T05:30:00Z</vt:filetime>
  </property>
  <property fmtid="{D5CDD505-2E9C-101B-9397-08002B2CF9AE}" pid="5" name="Producer">
    <vt:lpwstr>Canva</vt:lpwstr>
  </property>
  <property fmtid="{D5CDD505-2E9C-101B-9397-08002B2CF9AE}" pid="6" name="ICV">
    <vt:lpwstr>FAFF5B8DDAF24F0B8CB05F0FD12F83CD_12</vt:lpwstr>
  </property>
  <property fmtid="{D5CDD505-2E9C-101B-9397-08002B2CF9AE}" pid="7" name="KSOProductBuildVer">
    <vt:lpwstr>1033-12.2.0.22549</vt:lpwstr>
  </property>
</Properties>
</file>